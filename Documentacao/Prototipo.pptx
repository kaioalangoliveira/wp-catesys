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Default Extension="vml" ContentType="application/vnd.openxmlformats-officedocument.vmlDrawing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ppt/notesSlides/notesSlide4.xml" ContentType="application/vnd.openxmlformats-officedocument.presentationml.notesSlide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7" r:id="rId2"/>
    <p:sldId id="256" r:id="rId3"/>
    <p:sldId id="261" r:id="rId4"/>
    <p:sldId id="262" r:id="rId5"/>
    <p:sldId id="263" r:id="rId6"/>
    <p:sldId id="264" r:id="rId7"/>
    <p:sldId id="265" r:id="rId8"/>
    <p:sldId id="266" r:id="rId9"/>
    <p:sldId id="267" r:id="rId10"/>
    <p:sldId id="268" r:id="rId11"/>
  </p:sldIdLst>
  <p:sldSz cx="9144000" cy="6858000" type="screen4x3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showOutlineIcons="0">
    <p:restoredLeft sz="15620"/>
    <p:restoredTop sz="94660"/>
  </p:normalViewPr>
  <p:slideViewPr>
    <p:cSldViewPr>
      <p:cViewPr varScale="1">
        <p:scale>
          <a:sx n="109" d="100"/>
          <a:sy n="109" d="100"/>
        </p:scale>
        <p:origin x="-1674" y="-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0D9FAD-72F3-4090-BBBC-7252E0FBD3BF}" type="datetimeFigureOut">
              <a:rPr lang="pt-BR" smtClean="0"/>
              <a:pPr/>
              <a:t>17/07/2026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88A1568-0B3C-4648-96FA-8A32ADCD5AF8}" type="slidenum">
              <a:rPr lang="pt-BR" smtClean="0"/>
              <a:pPr/>
              <a:t>‹nº›</a:t>
            </a:fld>
            <a:endParaRPr 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88A1568-0B3C-4648-96FA-8A32ADCD5AF8}" type="slidenum">
              <a:rPr lang="pt-BR" smtClean="0"/>
              <a:pPr/>
              <a:t>3</a:t>
            </a:fld>
            <a:endParaRPr lang="pt-BR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88A1568-0B3C-4648-96FA-8A32ADCD5AF8}" type="slidenum">
              <a:rPr lang="pt-BR" smtClean="0"/>
              <a:pPr/>
              <a:t>5</a:t>
            </a:fld>
            <a:endParaRPr lang="pt-BR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88A1568-0B3C-4648-96FA-8A32ADCD5AF8}" type="slidenum">
              <a:rPr lang="pt-BR" smtClean="0"/>
              <a:pPr/>
              <a:t>7</a:t>
            </a:fld>
            <a:endParaRPr lang="pt-BR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88A1568-0B3C-4648-96FA-8A32ADCD5AF8}" type="slidenum">
              <a:rPr lang="pt-BR" smtClean="0"/>
              <a:pPr/>
              <a:t>9</a:t>
            </a:fld>
            <a:endParaRPr lang="pt-BR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 smtClean="0"/>
              <a:t>Clique para editar o estilo do subtítulo mestre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BCE387-9780-4132-A029-057E72684E03}" type="datetimeFigureOut">
              <a:rPr lang="pt-BR" smtClean="0"/>
              <a:pPr/>
              <a:t>17/07/2026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F997C8-D2C6-4D0A-A750-0C8227298E2B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BCE387-9780-4132-A029-057E72684E03}" type="datetimeFigureOut">
              <a:rPr lang="pt-BR" smtClean="0"/>
              <a:pPr/>
              <a:t>17/07/2026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F997C8-D2C6-4D0A-A750-0C8227298E2B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smtClean="0"/>
              <a:t>Clique para editar os estilos do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BCE387-9780-4132-A029-057E72684E03}" type="datetimeFigureOut">
              <a:rPr lang="pt-BR" smtClean="0"/>
              <a:pPr/>
              <a:t>17/07/2026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F997C8-D2C6-4D0A-A750-0C8227298E2B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BCE387-9780-4132-A029-057E72684E03}" type="datetimeFigureOut">
              <a:rPr lang="pt-BR" smtClean="0"/>
              <a:pPr/>
              <a:t>17/07/2026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F997C8-D2C6-4D0A-A750-0C8227298E2B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BCE387-9780-4132-A029-057E72684E03}" type="datetimeFigureOut">
              <a:rPr lang="pt-BR" smtClean="0"/>
              <a:pPr/>
              <a:t>17/07/2026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F997C8-D2C6-4D0A-A750-0C8227298E2B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BCE387-9780-4132-A029-057E72684E03}" type="datetimeFigureOut">
              <a:rPr lang="pt-BR" smtClean="0"/>
              <a:pPr/>
              <a:t>17/07/2026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F997C8-D2C6-4D0A-A750-0C8227298E2B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BCE387-9780-4132-A029-057E72684E03}" type="datetimeFigureOut">
              <a:rPr lang="pt-BR" smtClean="0"/>
              <a:pPr/>
              <a:t>17/07/2026</a:t>
            </a:fld>
            <a:endParaRPr lang="pt-BR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F997C8-D2C6-4D0A-A750-0C8227298E2B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BCE387-9780-4132-A029-057E72684E03}" type="datetimeFigureOut">
              <a:rPr lang="pt-BR" smtClean="0"/>
              <a:pPr/>
              <a:t>17/07/2026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F997C8-D2C6-4D0A-A750-0C8227298E2B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BCE387-9780-4132-A029-057E72684E03}" type="datetimeFigureOut">
              <a:rPr lang="pt-BR" smtClean="0"/>
              <a:pPr/>
              <a:t>17/07/2026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F997C8-D2C6-4D0A-A750-0C8227298E2B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BCE387-9780-4132-A029-057E72684E03}" type="datetimeFigureOut">
              <a:rPr lang="pt-BR" smtClean="0"/>
              <a:pPr/>
              <a:t>17/07/2026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F997C8-D2C6-4D0A-A750-0C8227298E2B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BCE387-9780-4132-A029-057E72684E03}" type="datetimeFigureOut">
              <a:rPr lang="pt-BR" smtClean="0"/>
              <a:pPr/>
              <a:t>17/07/2026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F997C8-D2C6-4D0A-A750-0C8227298E2B}" type="slidenum">
              <a:rPr lang="pt-BR" smtClean="0"/>
              <a:pPr/>
              <a:t>‹nº›</a:t>
            </a:fld>
            <a:endParaRPr lang="pt-BR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smtClean="0"/>
              <a:t>Clique para editar o estilo do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BCE387-9780-4132-A029-057E72684E03}" type="datetimeFigureOut">
              <a:rPr lang="pt-BR" smtClean="0"/>
              <a:pPr/>
              <a:t>17/07/2026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2F997C8-D2C6-4D0A-A750-0C8227298E2B}" type="slidenum">
              <a:rPr lang="pt-BR" smtClean="0"/>
              <a:pPr/>
              <a:t>‹nº›</a:t>
            </a:fld>
            <a:endParaRPr 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1.xml"/><Relationship Id="rId1" Type="http://schemas.openxmlformats.org/officeDocument/2006/relationships/vmlDrawing" Target="../drawings/vmlDrawing1.v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/>
          <p:cNvSpPr/>
          <p:nvPr/>
        </p:nvSpPr>
        <p:spPr>
          <a:xfrm>
            <a:off x="2071670" y="1000108"/>
            <a:ext cx="5715040" cy="428628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" name="Retângulo 4"/>
          <p:cNvSpPr/>
          <p:nvPr/>
        </p:nvSpPr>
        <p:spPr>
          <a:xfrm>
            <a:off x="2071670" y="1000108"/>
            <a:ext cx="3286148" cy="428628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" name="CaixaDeTexto 5"/>
          <p:cNvSpPr txBox="1"/>
          <p:nvPr/>
        </p:nvSpPr>
        <p:spPr>
          <a:xfrm>
            <a:off x="5598503" y="1571612"/>
            <a:ext cx="6880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err="1" smtClean="0"/>
              <a:t>Login</a:t>
            </a:r>
            <a:endParaRPr lang="pt-BR" dirty="0"/>
          </a:p>
        </p:txBody>
      </p:sp>
      <p:sp>
        <p:nvSpPr>
          <p:cNvPr id="7" name="CaixaDeTexto 6"/>
          <p:cNvSpPr txBox="1"/>
          <p:nvPr/>
        </p:nvSpPr>
        <p:spPr>
          <a:xfrm>
            <a:off x="5500694" y="2071678"/>
            <a:ext cx="8835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smtClean="0"/>
              <a:t>usuário</a:t>
            </a:r>
            <a:endParaRPr lang="pt-BR" dirty="0"/>
          </a:p>
        </p:txBody>
      </p:sp>
      <p:sp>
        <p:nvSpPr>
          <p:cNvPr id="8" name="CaixaDeTexto 7"/>
          <p:cNvSpPr txBox="1"/>
          <p:nvPr/>
        </p:nvSpPr>
        <p:spPr>
          <a:xfrm>
            <a:off x="5572132" y="2500306"/>
            <a:ext cx="7441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smtClean="0"/>
              <a:t>senha</a:t>
            </a:r>
            <a:endParaRPr lang="pt-BR" dirty="0"/>
          </a:p>
        </p:txBody>
      </p:sp>
      <p:sp>
        <p:nvSpPr>
          <p:cNvPr id="9" name="Retângulo de cantos arredondados 8"/>
          <p:cNvSpPr/>
          <p:nvPr/>
        </p:nvSpPr>
        <p:spPr>
          <a:xfrm>
            <a:off x="2857488" y="2571744"/>
            <a:ext cx="1643074" cy="1571636"/>
          </a:xfrm>
          <a:prstGeom prst="round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Retângulo de cantos arredondados 10"/>
          <p:cNvSpPr/>
          <p:nvPr/>
        </p:nvSpPr>
        <p:spPr>
          <a:xfrm>
            <a:off x="5643570" y="3429000"/>
            <a:ext cx="928694" cy="21431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tângulo 16"/>
          <p:cNvSpPr/>
          <p:nvPr/>
        </p:nvSpPr>
        <p:spPr>
          <a:xfrm>
            <a:off x="214282" y="2428868"/>
            <a:ext cx="8643998" cy="407196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smtClean="0"/>
              <a:t>A</a:t>
            </a:r>
            <a:endParaRPr lang="pt-BR" dirty="0"/>
          </a:p>
        </p:txBody>
      </p:sp>
      <p:sp>
        <p:nvSpPr>
          <p:cNvPr id="4" name="Retângulo 3"/>
          <p:cNvSpPr/>
          <p:nvPr/>
        </p:nvSpPr>
        <p:spPr>
          <a:xfrm>
            <a:off x="214282" y="642918"/>
            <a:ext cx="8643998" cy="1500198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5" name="Retângulo 4"/>
          <p:cNvSpPr/>
          <p:nvPr/>
        </p:nvSpPr>
        <p:spPr>
          <a:xfrm>
            <a:off x="500002" y="1571588"/>
            <a:ext cx="2500330" cy="42862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" name="CaixaDeTexto 5"/>
          <p:cNvSpPr txBox="1"/>
          <p:nvPr/>
        </p:nvSpPr>
        <p:spPr>
          <a:xfrm>
            <a:off x="500002" y="1214398"/>
            <a:ext cx="10834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smtClean="0"/>
              <a:t>Matricula</a:t>
            </a:r>
            <a:endParaRPr lang="pt-BR" dirty="0"/>
          </a:p>
        </p:txBody>
      </p:sp>
      <p:sp>
        <p:nvSpPr>
          <p:cNvPr id="7" name="Retângulo 6"/>
          <p:cNvSpPr/>
          <p:nvPr/>
        </p:nvSpPr>
        <p:spPr>
          <a:xfrm>
            <a:off x="3286084" y="1571588"/>
            <a:ext cx="2500330" cy="42862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CaixaDeTexto 7"/>
          <p:cNvSpPr txBox="1"/>
          <p:nvPr/>
        </p:nvSpPr>
        <p:spPr>
          <a:xfrm>
            <a:off x="3286084" y="1214398"/>
            <a:ext cx="7553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smtClean="0"/>
              <a:t>Nome</a:t>
            </a:r>
            <a:endParaRPr lang="pt-BR" dirty="0"/>
          </a:p>
        </p:txBody>
      </p:sp>
      <p:graphicFrame>
        <p:nvGraphicFramePr>
          <p:cNvPr id="9" name="Tabela 8"/>
          <p:cNvGraphicFramePr>
            <a:graphicFrameLocks noGrp="1"/>
          </p:cNvGraphicFramePr>
          <p:nvPr/>
        </p:nvGraphicFramePr>
        <p:xfrm>
          <a:off x="357158" y="3429000"/>
          <a:ext cx="8286808" cy="27146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71702"/>
                <a:gridCol w="2071702"/>
                <a:gridCol w="2071702"/>
                <a:gridCol w="2071702"/>
              </a:tblGrid>
              <a:tr h="904881">
                <a:tc>
                  <a:txBody>
                    <a:bodyPr/>
                    <a:lstStyle/>
                    <a:p>
                      <a:endParaRPr lang="pt-B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pt-B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</a:tr>
              <a:tr h="904881">
                <a:tc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</a:tr>
              <a:tr h="904881">
                <a:tc>
                  <a:txBody>
                    <a:bodyPr/>
                    <a:lstStyle/>
                    <a:p>
                      <a:endParaRPr lang="pt-B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pt-B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pt-BR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Retângulo 9"/>
          <p:cNvSpPr/>
          <p:nvPr/>
        </p:nvSpPr>
        <p:spPr>
          <a:xfrm>
            <a:off x="6286480" y="1571588"/>
            <a:ext cx="2286016" cy="42862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CaixaDeTexto 10"/>
          <p:cNvSpPr txBox="1"/>
          <p:nvPr/>
        </p:nvSpPr>
        <p:spPr>
          <a:xfrm>
            <a:off x="6286480" y="1142960"/>
            <a:ext cx="7616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smtClean="0"/>
              <a:t>Status</a:t>
            </a:r>
            <a:endParaRPr lang="pt-BR" dirty="0"/>
          </a:p>
        </p:txBody>
      </p:sp>
      <p:sp>
        <p:nvSpPr>
          <p:cNvPr id="12" name="CaixaDeTexto 11"/>
          <p:cNvSpPr txBox="1"/>
          <p:nvPr/>
        </p:nvSpPr>
        <p:spPr>
          <a:xfrm>
            <a:off x="285688" y="2928910"/>
            <a:ext cx="10834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smtClean="0"/>
              <a:t>Matricula</a:t>
            </a:r>
            <a:endParaRPr lang="pt-BR" dirty="0"/>
          </a:p>
        </p:txBody>
      </p:sp>
      <p:sp>
        <p:nvSpPr>
          <p:cNvPr id="13" name="CaixaDeTexto 12"/>
          <p:cNvSpPr txBox="1"/>
          <p:nvPr/>
        </p:nvSpPr>
        <p:spPr>
          <a:xfrm>
            <a:off x="2428828" y="2928910"/>
            <a:ext cx="7553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smtClean="0"/>
              <a:t>Nome</a:t>
            </a:r>
            <a:endParaRPr lang="pt-BR" dirty="0"/>
          </a:p>
        </p:txBody>
      </p:sp>
      <p:sp>
        <p:nvSpPr>
          <p:cNvPr id="14" name="CaixaDeTexto 13"/>
          <p:cNvSpPr txBox="1"/>
          <p:nvPr/>
        </p:nvSpPr>
        <p:spPr>
          <a:xfrm>
            <a:off x="6643670" y="2928910"/>
            <a:ext cx="7616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smtClean="0"/>
              <a:t>Status</a:t>
            </a:r>
            <a:endParaRPr lang="pt-BR" dirty="0"/>
          </a:p>
        </p:txBody>
      </p:sp>
      <p:sp>
        <p:nvSpPr>
          <p:cNvPr id="15" name="CaixaDeTexto 14"/>
          <p:cNvSpPr txBox="1"/>
          <p:nvPr/>
        </p:nvSpPr>
        <p:spPr>
          <a:xfrm>
            <a:off x="4500530" y="2928910"/>
            <a:ext cx="9827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smtClean="0"/>
              <a:t>Telefone</a:t>
            </a:r>
            <a:endParaRPr lang="pt-BR" dirty="0"/>
          </a:p>
        </p:txBody>
      </p:sp>
      <p:sp>
        <p:nvSpPr>
          <p:cNvPr id="16" name="Retângulo 15"/>
          <p:cNvSpPr/>
          <p:nvPr/>
        </p:nvSpPr>
        <p:spPr>
          <a:xfrm>
            <a:off x="0" y="0"/>
            <a:ext cx="9144000" cy="35716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smtClean="0"/>
              <a:t>Aluno</a:t>
            </a:r>
            <a:endParaRPr lang="pt-BR" dirty="0"/>
          </a:p>
        </p:txBody>
      </p:sp>
      <p:sp>
        <p:nvSpPr>
          <p:cNvPr id="18" name="CaixaDeTexto 17"/>
          <p:cNvSpPr txBox="1"/>
          <p:nvPr/>
        </p:nvSpPr>
        <p:spPr>
          <a:xfrm>
            <a:off x="357158" y="2571744"/>
            <a:ext cx="6072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smtClean="0"/>
              <a:t>Lista</a:t>
            </a:r>
            <a:endParaRPr lang="pt-BR" dirty="0"/>
          </a:p>
        </p:txBody>
      </p:sp>
      <p:sp>
        <p:nvSpPr>
          <p:cNvPr id="19" name="CaixaDeTexto 18"/>
          <p:cNvSpPr txBox="1"/>
          <p:nvPr/>
        </p:nvSpPr>
        <p:spPr>
          <a:xfrm>
            <a:off x="357158" y="785794"/>
            <a:ext cx="10007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smtClean="0"/>
              <a:t>Pesquisa</a:t>
            </a:r>
            <a:endParaRPr lang="pt-BR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tângulo 36"/>
          <p:cNvSpPr/>
          <p:nvPr/>
        </p:nvSpPr>
        <p:spPr>
          <a:xfrm>
            <a:off x="6143636" y="714356"/>
            <a:ext cx="2857520" cy="578647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" name="Retângulo 3"/>
          <p:cNvSpPr/>
          <p:nvPr/>
        </p:nvSpPr>
        <p:spPr>
          <a:xfrm>
            <a:off x="142844" y="642894"/>
            <a:ext cx="5857916" cy="607223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smtClean="0"/>
              <a:t>            </a:t>
            </a:r>
            <a:endParaRPr lang="pt-BR" dirty="0"/>
          </a:p>
          <a:p>
            <a:pPr algn="ctr"/>
            <a:r>
              <a:rPr lang="pt-BR" dirty="0"/>
              <a:t> </a:t>
            </a:r>
            <a:endParaRPr lang="pt-BR" dirty="0" smtClean="0"/>
          </a:p>
          <a:p>
            <a:pPr algn="ctr"/>
            <a:endParaRPr lang="pt-BR" dirty="0"/>
          </a:p>
          <a:p>
            <a:pPr algn="ctr"/>
            <a:endParaRPr lang="pt-BR" dirty="0" smtClean="0"/>
          </a:p>
          <a:p>
            <a:pPr algn="ctr"/>
            <a:endParaRPr lang="pt-BR" dirty="0" smtClean="0"/>
          </a:p>
          <a:p>
            <a:pPr algn="ctr"/>
            <a:endParaRPr lang="pt-BR" dirty="0" smtClean="0"/>
          </a:p>
          <a:p>
            <a:pPr algn="ctr"/>
            <a:endParaRPr lang="pt-BR" dirty="0"/>
          </a:p>
          <a:p>
            <a:pPr algn="ctr"/>
            <a:endParaRPr lang="pt-BR" dirty="0"/>
          </a:p>
          <a:p>
            <a:pPr algn="ctr"/>
            <a:endParaRPr lang="pt-BR" dirty="0" smtClean="0"/>
          </a:p>
        </p:txBody>
      </p:sp>
      <p:sp>
        <p:nvSpPr>
          <p:cNvPr id="10" name="Retângulo 9"/>
          <p:cNvSpPr/>
          <p:nvPr/>
        </p:nvSpPr>
        <p:spPr>
          <a:xfrm>
            <a:off x="285720" y="3000372"/>
            <a:ext cx="5214974" cy="42862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Retângulo 14"/>
          <p:cNvSpPr/>
          <p:nvPr/>
        </p:nvSpPr>
        <p:spPr>
          <a:xfrm>
            <a:off x="285720" y="2214554"/>
            <a:ext cx="5214974" cy="42862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6" name="Retângulo 15"/>
          <p:cNvSpPr/>
          <p:nvPr/>
        </p:nvSpPr>
        <p:spPr>
          <a:xfrm>
            <a:off x="6429388" y="1571588"/>
            <a:ext cx="2286016" cy="42862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dirty="0" smtClean="0"/>
              <a:t>Alterar</a:t>
            </a:r>
            <a:endParaRPr lang="pt-BR" dirty="0"/>
          </a:p>
        </p:txBody>
      </p:sp>
      <p:sp>
        <p:nvSpPr>
          <p:cNvPr id="17" name="Retângulo 16"/>
          <p:cNvSpPr/>
          <p:nvPr/>
        </p:nvSpPr>
        <p:spPr>
          <a:xfrm>
            <a:off x="6429388" y="1000084"/>
            <a:ext cx="2286016" cy="42862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 dirty="0" smtClean="0"/>
          </a:p>
          <a:p>
            <a:pPr algn="ctr"/>
            <a:r>
              <a:rPr lang="pt-BR" dirty="0" smtClean="0"/>
              <a:t>Novo</a:t>
            </a:r>
          </a:p>
          <a:p>
            <a:pPr algn="ctr"/>
            <a:endParaRPr lang="pt-BR" dirty="0"/>
          </a:p>
        </p:txBody>
      </p:sp>
      <p:sp>
        <p:nvSpPr>
          <p:cNvPr id="20" name="Retângulo 19"/>
          <p:cNvSpPr/>
          <p:nvPr/>
        </p:nvSpPr>
        <p:spPr>
          <a:xfrm>
            <a:off x="0" y="0"/>
            <a:ext cx="9144000" cy="2857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smtClean="0"/>
              <a:t>Aluno                                                                                          </a:t>
            </a:r>
            <a:endParaRPr lang="pt-BR" dirty="0"/>
          </a:p>
        </p:txBody>
      </p:sp>
      <p:sp>
        <p:nvSpPr>
          <p:cNvPr id="21" name="Elipse 20"/>
          <p:cNvSpPr/>
          <p:nvPr/>
        </p:nvSpPr>
        <p:spPr>
          <a:xfrm>
            <a:off x="428596" y="6357958"/>
            <a:ext cx="500066" cy="21431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Retângulo 10"/>
          <p:cNvSpPr/>
          <p:nvPr/>
        </p:nvSpPr>
        <p:spPr>
          <a:xfrm>
            <a:off x="285720" y="3857628"/>
            <a:ext cx="5214974" cy="42862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2" name="Retângulo 11"/>
          <p:cNvSpPr/>
          <p:nvPr/>
        </p:nvSpPr>
        <p:spPr>
          <a:xfrm>
            <a:off x="285720" y="4714884"/>
            <a:ext cx="5214974" cy="42862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3" name="CaixaDeTexto 12"/>
          <p:cNvSpPr txBox="1"/>
          <p:nvPr/>
        </p:nvSpPr>
        <p:spPr>
          <a:xfrm>
            <a:off x="285720" y="1857364"/>
            <a:ext cx="7553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smtClean="0"/>
              <a:t>Nome</a:t>
            </a:r>
            <a:endParaRPr lang="pt-BR" dirty="0"/>
          </a:p>
        </p:txBody>
      </p:sp>
      <p:sp>
        <p:nvSpPr>
          <p:cNvPr id="14" name="CaixaDeTexto 13"/>
          <p:cNvSpPr txBox="1"/>
          <p:nvPr/>
        </p:nvSpPr>
        <p:spPr>
          <a:xfrm>
            <a:off x="285720" y="2571744"/>
            <a:ext cx="9827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smtClean="0"/>
              <a:t>Telefone</a:t>
            </a:r>
            <a:endParaRPr lang="pt-BR" dirty="0"/>
          </a:p>
        </p:txBody>
      </p:sp>
      <p:sp>
        <p:nvSpPr>
          <p:cNvPr id="18" name="CaixaDeTexto 17"/>
          <p:cNvSpPr txBox="1"/>
          <p:nvPr/>
        </p:nvSpPr>
        <p:spPr>
          <a:xfrm>
            <a:off x="357158" y="3429000"/>
            <a:ext cx="19228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smtClean="0"/>
              <a:t>Nome </a:t>
            </a:r>
            <a:r>
              <a:rPr lang="pt-BR" dirty="0" err="1" smtClean="0"/>
              <a:t>responsavel</a:t>
            </a:r>
            <a:endParaRPr lang="pt-BR" dirty="0"/>
          </a:p>
        </p:txBody>
      </p:sp>
      <p:sp>
        <p:nvSpPr>
          <p:cNvPr id="19" name="CaixaDeTexto 18"/>
          <p:cNvSpPr txBox="1"/>
          <p:nvPr/>
        </p:nvSpPr>
        <p:spPr>
          <a:xfrm>
            <a:off x="357158" y="4357694"/>
            <a:ext cx="21941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smtClean="0"/>
              <a:t>Telefone </a:t>
            </a:r>
            <a:r>
              <a:rPr lang="pt-BR" dirty="0" err="1" smtClean="0"/>
              <a:t>Responsavel</a:t>
            </a:r>
            <a:endParaRPr lang="pt-BR" dirty="0"/>
          </a:p>
        </p:txBody>
      </p:sp>
      <p:sp>
        <p:nvSpPr>
          <p:cNvPr id="23" name="Retângulo 22"/>
          <p:cNvSpPr/>
          <p:nvPr/>
        </p:nvSpPr>
        <p:spPr>
          <a:xfrm>
            <a:off x="6429388" y="2285968"/>
            <a:ext cx="2286016" cy="42862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dirty="0" smtClean="0"/>
              <a:t>Salvar</a:t>
            </a:r>
            <a:endParaRPr lang="pt-BR" dirty="0"/>
          </a:p>
        </p:txBody>
      </p:sp>
      <p:sp>
        <p:nvSpPr>
          <p:cNvPr id="24" name="Retângulo 23"/>
          <p:cNvSpPr/>
          <p:nvPr/>
        </p:nvSpPr>
        <p:spPr>
          <a:xfrm>
            <a:off x="6500826" y="2928910"/>
            <a:ext cx="2286016" cy="42862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dirty="0" smtClean="0"/>
              <a:t>Cancelar</a:t>
            </a:r>
            <a:endParaRPr lang="pt-BR" dirty="0"/>
          </a:p>
        </p:txBody>
      </p:sp>
      <p:sp>
        <p:nvSpPr>
          <p:cNvPr id="25" name="Retângulo 24"/>
          <p:cNvSpPr/>
          <p:nvPr/>
        </p:nvSpPr>
        <p:spPr>
          <a:xfrm>
            <a:off x="6500826" y="3929042"/>
            <a:ext cx="2286016" cy="42862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dirty="0" smtClean="0"/>
              <a:t>Apagar</a:t>
            </a:r>
            <a:endParaRPr lang="pt-BR" dirty="0"/>
          </a:p>
        </p:txBody>
      </p:sp>
      <p:sp>
        <p:nvSpPr>
          <p:cNvPr id="26" name="Retângulo 25"/>
          <p:cNvSpPr/>
          <p:nvPr/>
        </p:nvSpPr>
        <p:spPr>
          <a:xfrm>
            <a:off x="6500826" y="4929174"/>
            <a:ext cx="2286016" cy="42862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dirty="0" err="1" smtClean="0"/>
              <a:t>Fecahr</a:t>
            </a:r>
            <a:endParaRPr lang="pt-BR" dirty="0"/>
          </a:p>
        </p:txBody>
      </p:sp>
      <p:sp>
        <p:nvSpPr>
          <p:cNvPr id="27" name="CaixaDeTexto 26"/>
          <p:cNvSpPr txBox="1"/>
          <p:nvPr/>
        </p:nvSpPr>
        <p:spPr>
          <a:xfrm>
            <a:off x="285720" y="5929330"/>
            <a:ext cx="7616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smtClean="0"/>
              <a:t>Status</a:t>
            </a:r>
            <a:endParaRPr lang="pt-BR" dirty="0"/>
          </a:p>
        </p:txBody>
      </p:sp>
      <p:sp>
        <p:nvSpPr>
          <p:cNvPr id="28" name="Elipse 27"/>
          <p:cNvSpPr/>
          <p:nvPr/>
        </p:nvSpPr>
        <p:spPr>
          <a:xfrm>
            <a:off x="1071538" y="6357958"/>
            <a:ext cx="500066" cy="21431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9" name="Retângulo 28"/>
          <p:cNvSpPr/>
          <p:nvPr/>
        </p:nvSpPr>
        <p:spPr>
          <a:xfrm>
            <a:off x="357158" y="1214422"/>
            <a:ext cx="5214974" cy="42862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1" name="CaixaDeTexto 30"/>
          <p:cNvSpPr txBox="1"/>
          <p:nvPr/>
        </p:nvSpPr>
        <p:spPr>
          <a:xfrm>
            <a:off x="428596" y="714356"/>
            <a:ext cx="10834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smtClean="0"/>
              <a:t>Matricula</a:t>
            </a:r>
            <a:endParaRPr lang="pt-BR" dirty="0"/>
          </a:p>
        </p:txBody>
      </p:sp>
      <p:sp>
        <p:nvSpPr>
          <p:cNvPr id="32" name="Retângulo 31"/>
          <p:cNvSpPr/>
          <p:nvPr/>
        </p:nvSpPr>
        <p:spPr>
          <a:xfrm>
            <a:off x="285720" y="5500702"/>
            <a:ext cx="2714644" cy="42862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4" name="CaixaDeTexto 33"/>
          <p:cNvSpPr txBox="1"/>
          <p:nvPr/>
        </p:nvSpPr>
        <p:spPr>
          <a:xfrm>
            <a:off x="357158" y="5072074"/>
            <a:ext cx="16725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smtClean="0"/>
              <a:t>Data </a:t>
            </a:r>
            <a:r>
              <a:rPr lang="pt-BR" dirty="0" err="1" smtClean="0"/>
              <a:t>nacimento</a:t>
            </a:r>
            <a:endParaRPr lang="pt-BR" dirty="0"/>
          </a:p>
        </p:txBody>
      </p:sp>
      <p:sp>
        <p:nvSpPr>
          <p:cNvPr id="35" name="Retângulo 34"/>
          <p:cNvSpPr/>
          <p:nvPr/>
        </p:nvSpPr>
        <p:spPr>
          <a:xfrm>
            <a:off x="3071802" y="5500702"/>
            <a:ext cx="2714644" cy="428628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6" name="CaixaDeTexto 35"/>
          <p:cNvSpPr txBox="1"/>
          <p:nvPr/>
        </p:nvSpPr>
        <p:spPr>
          <a:xfrm>
            <a:off x="3143240" y="5072074"/>
            <a:ext cx="7120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I</a:t>
            </a:r>
            <a:r>
              <a:rPr lang="pt-BR" dirty="0" smtClean="0"/>
              <a:t>dade</a:t>
            </a:r>
            <a:endParaRPr lang="pt-BR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tângulo 17"/>
          <p:cNvSpPr/>
          <p:nvPr/>
        </p:nvSpPr>
        <p:spPr>
          <a:xfrm>
            <a:off x="142844" y="2571744"/>
            <a:ext cx="8715436" cy="392909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4" name="Retângulo 3"/>
          <p:cNvSpPr/>
          <p:nvPr/>
        </p:nvSpPr>
        <p:spPr>
          <a:xfrm>
            <a:off x="142844" y="785794"/>
            <a:ext cx="8643998" cy="1643074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5" name="Retângulo 4"/>
          <p:cNvSpPr/>
          <p:nvPr/>
        </p:nvSpPr>
        <p:spPr>
          <a:xfrm>
            <a:off x="500002" y="1571588"/>
            <a:ext cx="2500330" cy="42862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" name="CaixaDeTexto 5"/>
          <p:cNvSpPr txBox="1"/>
          <p:nvPr/>
        </p:nvSpPr>
        <p:spPr>
          <a:xfrm>
            <a:off x="500002" y="1214398"/>
            <a:ext cx="10834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smtClean="0"/>
              <a:t>Matricula</a:t>
            </a:r>
            <a:endParaRPr lang="pt-BR" dirty="0"/>
          </a:p>
        </p:txBody>
      </p:sp>
      <p:sp>
        <p:nvSpPr>
          <p:cNvPr id="7" name="Retângulo 6"/>
          <p:cNvSpPr/>
          <p:nvPr/>
        </p:nvSpPr>
        <p:spPr>
          <a:xfrm>
            <a:off x="3286084" y="1571588"/>
            <a:ext cx="2500330" cy="42862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CaixaDeTexto 7"/>
          <p:cNvSpPr txBox="1"/>
          <p:nvPr/>
        </p:nvSpPr>
        <p:spPr>
          <a:xfrm>
            <a:off x="3286084" y="1214398"/>
            <a:ext cx="7553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smtClean="0"/>
              <a:t>Nome</a:t>
            </a:r>
            <a:endParaRPr lang="pt-BR" dirty="0"/>
          </a:p>
        </p:txBody>
      </p:sp>
      <p:graphicFrame>
        <p:nvGraphicFramePr>
          <p:cNvPr id="9" name="Tabela 8"/>
          <p:cNvGraphicFramePr>
            <a:graphicFrameLocks noGrp="1"/>
          </p:cNvGraphicFramePr>
          <p:nvPr/>
        </p:nvGraphicFramePr>
        <p:xfrm>
          <a:off x="214250" y="3357538"/>
          <a:ext cx="8501124" cy="27146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25281"/>
                <a:gridCol w="2125281"/>
                <a:gridCol w="2125281"/>
                <a:gridCol w="2125281"/>
              </a:tblGrid>
              <a:tr h="904881">
                <a:tc>
                  <a:txBody>
                    <a:bodyPr/>
                    <a:lstStyle/>
                    <a:p>
                      <a:endParaRPr lang="pt-B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pt-B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</a:tr>
              <a:tr h="904881">
                <a:tc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</a:tr>
              <a:tr h="904881">
                <a:tc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pt-BR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Retângulo 9"/>
          <p:cNvSpPr/>
          <p:nvPr/>
        </p:nvSpPr>
        <p:spPr>
          <a:xfrm>
            <a:off x="6286480" y="1571588"/>
            <a:ext cx="2286016" cy="42862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CaixaDeTexto 10"/>
          <p:cNvSpPr txBox="1"/>
          <p:nvPr/>
        </p:nvSpPr>
        <p:spPr>
          <a:xfrm>
            <a:off x="6286480" y="1142960"/>
            <a:ext cx="7616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smtClean="0"/>
              <a:t>Status</a:t>
            </a:r>
            <a:endParaRPr lang="pt-BR" dirty="0"/>
          </a:p>
        </p:txBody>
      </p:sp>
      <p:sp>
        <p:nvSpPr>
          <p:cNvPr id="12" name="CaixaDeTexto 11"/>
          <p:cNvSpPr txBox="1"/>
          <p:nvPr/>
        </p:nvSpPr>
        <p:spPr>
          <a:xfrm>
            <a:off x="285688" y="2928910"/>
            <a:ext cx="10834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smtClean="0"/>
              <a:t>Matricula</a:t>
            </a:r>
            <a:endParaRPr lang="pt-BR" dirty="0"/>
          </a:p>
        </p:txBody>
      </p:sp>
      <p:sp>
        <p:nvSpPr>
          <p:cNvPr id="13" name="CaixaDeTexto 12"/>
          <p:cNvSpPr txBox="1"/>
          <p:nvPr/>
        </p:nvSpPr>
        <p:spPr>
          <a:xfrm>
            <a:off x="2428828" y="2928910"/>
            <a:ext cx="7553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smtClean="0"/>
              <a:t>Nome</a:t>
            </a:r>
            <a:endParaRPr lang="pt-BR" dirty="0"/>
          </a:p>
        </p:txBody>
      </p:sp>
      <p:sp>
        <p:nvSpPr>
          <p:cNvPr id="14" name="CaixaDeTexto 13"/>
          <p:cNvSpPr txBox="1"/>
          <p:nvPr/>
        </p:nvSpPr>
        <p:spPr>
          <a:xfrm>
            <a:off x="6643670" y="2928910"/>
            <a:ext cx="7616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smtClean="0"/>
              <a:t>Status</a:t>
            </a:r>
            <a:endParaRPr lang="pt-BR" dirty="0"/>
          </a:p>
        </p:txBody>
      </p:sp>
      <p:sp>
        <p:nvSpPr>
          <p:cNvPr id="15" name="CaixaDeTexto 14"/>
          <p:cNvSpPr txBox="1"/>
          <p:nvPr/>
        </p:nvSpPr>
        <p:spPr>
          <a:xfrm>
            <a:off x="4500530" y="2928910"/>
            <a:ext cx="9827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smtClean="0"/>
              <a:t>Telefone</a:t>
            </a:r>
            <a:endParaRPr lang="pt-BR" dirty="0"/>
          </a:p>
        </p:txBody>
      </p:sp>
      <p:sp>
        <p:nvSpPr>
          <p:cNvPr id="16" name="Retângulo 15"/>
          <p:cNvSpPr/>
          <p:nvPr/>
        </p:nvSpPr>
        <p:spPr>
          <a:xfrm>
            <a:off x="0" y="0"/>
            <a:ext cx="9144000" cy="35716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smtClean="0"/>
              <a:t>Professor</a:t>
            </a:r>
            <a:endParaRPr lang="pt-BR" dirty="0"/>
          </a:p>
        </p:txBody>
      </p:sp>
      <p:sp>
        <p:nvSpPr>
          <p:cNvPr id="17" name="CaixaDeTexto 16"/>
          <p:cNvSpPr txBox="1"/>
          <p:nvPr/>
        </p:nvSpPr>
        <p:spPr>
          <a:xfrm>
            <a:off x="500034" y="857232"/>
            <a:ext cx="10007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smtClean="0"/>
              <a:t>Pesquisa</a:t>
            </a:r>
            <a:endParaRPr lang="pt-BR" dirty="0"/>
          </a:p>
        </p:txBody>
      </p:sp>
      <p:sp>
        <p:nvSpPr>
          <p:cNvPr id="19" name="CaixaDeTexto 18"/>
          <p:cNvSpPr txBox="1"/>
          <p:nvPr/>
        </p:nvSpPr>
        <p:spPr>
          <a:xfrm>
            <a:off x="285720" y="2571744"/>
            <a:ext cx="6072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smtClean="0"/>
              <a:t>Lista</a:t>
            </a:r>
            <a:endParaRPr lang="pt-BR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tângulo 21"/>
          <p:cNvSpPr/>
          <p:nvPr/>
        </p:nvSpPr>
        <p:spPr>
          <a:xfrm>
            <a:off x="6286512" y="642918"/>
            <a:ext cx="2714644" cy="550072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" name="Retângulo 3"/>
          <p:cNvSpPr/>
          <p:nvPr/>
        </p:nvSpPr>
        <p:spPr>
          <a:xfrm>
            <a:off x="285720" y="571480"/>
            <a:ext cx="5857916" cy="5643602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smtClean="0"/>
              <a:t>            </a:t>
            </a:r>
            <a:endParaRPr lang="pt-BR" dirty="0"/>
          </a:p>
          <a:p>
            <a:pPr algn="ctr"/>
            <a:r>
              <a:rPr lang="pt-BR" dirty="0"/>
              <a:t> </a:t>
            </a:r>
            <a:endParaRPr lang="pt-BR" dirty="0" smtClean="0"/>
          </a:p>
          <a:p>
            <a:pPr algn="ctr"/>
            <a:endParaRPr lang="pt-BR" dirty="0"/>
          </a:p>
          <a:p>
            <a:pPr algn="ctr"/>
            <a:endParaRPr lang="pt-BR" dirty="0" smtClean="0"/>
          </a:p>
          <a:p>
            <a:pPr algn="ctr"/>
            <a:endParaRPr lang="pt-BR" dirty="0" smtClean="0"/>
          </a:p>
          <a:p>
            <a:pPr algn="ctr"/>
            <a:endParaRPr lang="pt-BR" dirty="0" smtClean="0"/>
          </a:p>
          <a:p>
            <a:pPr algn="ctr"/>
            <a:endParaRPr lang="pt-BR" dirty="0"/>
          </a:p>
          <a:p>
            <a:pPr algn="ctr"/>
            <a:endParaRPr lang="pt-BR" dirty="0"/>
          </a:p>
          <a:p>
            <a:pPr algn="ctr"/>
            <a:endParaRPr lang="pt-BR" dirty="0" smtClean="0"/>
          </a:p>
        </p:txBody>
      </p:sp>
      <p:sp>
        <p:nvSpPr>
          <p:cNvPr id="10" name="Retângulo 9"/>
          <p:cNvSpPr/>
          <p:nvPr/>
        </p:nvSpPr>
        <p:spPr>
          <a:xfrm>
            <a:off x="428596" y="2848249"/>
            <a:ext cx="5214974" cy="39837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Retângulo 14"/>
          <p:cNvSpPr/>
          <p:nvPr/>
        </p:nvSpPr>
        <p:spPr>
          <a:xfrm>
            <a:off x="428596" y="2000240"/>
            <a:ext cx="5214974" cy="39837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6" name="Retângulo 15"/>
          <p:cNvSpPr/>
          <p:nvPr/>
        </p:nvSpPr>
        <p:spPr>
          <a:xfrm>
            <a:off x="6429388" y="1571588"/>
            <a:ext cx="2286016" cy="42862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dirty="0" smtClean="0"/>
              <a:t>Alterar</a:t>
            </a:r>
            <a:endParaRPr lang="pt-BR" dirty="0"/>
          </a:p>
        </p:txBody>
      </p:sp>
      <p:sp>
        <p:nvSpPr>
          <p:cNvPr id="17" name="Retângulo 16"/>
          <p:cNvSpPr/>
          <p:nvPr/>
        </p:nvSpPr>
        <p:spPr>
          <a:xfrm>
            <a:off x="6429388" y="1000084"/>
            <a:ext cx="2286016" cy="42862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 dirty="0" smtClean="0"/>
          </a:p>
          <a:p>
            <a:pPr algn="ctr"/>
            <a:r>
              <a:rPr lang="pt-BR" dirty="0" smtClean="0"/>
              <a:t>Novo</a:t>
            </a:r>
          </a:p>
          <a:p>
            <a:pPr algn="ctr"/>
            <a:endParaRPr lang="pt-BR" dirty="0"/>
          </a:p>
        </p:txBody>
      </p:sp>
      <p:sp>
        <p:nvSpPr>
          <p:cNvPr id="20" name="Retângulo 19"/>
          <p:cNvSpPr/>
          <p:nvPr/>
        </p:nvSpPr>
        <p:spPr>
          <a:xfrm>
            <a:off x="0" y="142852"/>
            <a:ext cx="9144000" cy="21429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smtClean="0"/>
              <a:t>Professor</a:t>
            </a:r>
            <a:endParaRPr lang="pt-BR" dirty="0"/>
          </a:p>
        </p:txBody>
      </p:sp>
      <p:sp>
        <p:nvSpPr>
          <p:cNvPr id="21" name="Elipse 20"/>
          <p:cNvSpPr/>
          <p:nvPr/>
        </p:nvSpPr>
        <p:spPr>
          <a:xfrm>
            <a:off x="571472" y="5000636"/>
            <a:ext cx="500066" cy="19918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Retângulo 10"/>
          <p:cNvSpPr/>
          <p:nvPr/>
        </p:nvSpPr>
        <p:spPr>
          <a:xfrm>
            <a:off x="428596" y="3705505"/>
            <a:ext cx="5214974" cy="39837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2" name="Retângulo 11"/>
          <p:cNvSpPr/>
          <p:nvPr/>
        </p:nvSpPr>
        <p:spPr>
          <a:xfrm>
            <a:off x="428596" y="1111888"/>
            <a:ext cx="5214974" cy="39837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3" name="CaixaDeTexto 12"/>
          <p:cNvSpPr txBox="1"/>
          <p:nvPr/>
        </p:nvSpPr>
        <p:spPr>
          <a:xfrm>
            <a:off x="428596" y="1654211"/>
            <a:ext cx="7553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 smtClean="0"/>
              <a:t>Nome</a:t>
            </a:r>
            <a:endParaRPr lang="pt-BR" dirty="0"/>
          </a:p>
        </p:txBody>
      </p:sp>
      <p:sp>
        <p:nvSpPr>
          <p:cNvPr id="14" name="CaixaDeTexto 13"/>
          <p:cNvSpPr txBox="1"/>
          <p:nvPr/>
        </p:nvSpPr>
        <p:spPr>
          <a:xfrm>
            <a:off x="428596" y="2430782"/>
            <a:ext cx="9827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 smtClean="0"/>
              <a:t>Telefone</a:t>
            </a:r>
            <a:endParaRPr lang="pt-BR" dirty="0"/>
          </a:p>
        </p:txBody>
      </p:sp>
      <p:sp>
        <p:nvSpPr>
          <p:cNvPr id="18" name="CaixaDeTexto 17"/>
          <p:cNvSpPr txBox="1"/>
          <p:nvPr/>
        </p:nvSpPr>
        <p:spPr>
          <a:xfrm>
            <a:off x="500034" y="3288038"/>
            <a:ext cx="7601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 smtClean="0"/>
              <a:t>Senha</a:t>
            </a:r>
            <a:endParaRPr lang="pt-BR" dirty="0"/>
          </a:p>
        </p:txBody>
      </p:sp>
      <p:sp>
        <p:nvSpPr>
          <p:cNvPr id="19" name="CaixaDeTexto 18"/>
          <p:cNvSpPr txBox="1"/>
          <p:nvPr/>
        </p:nvSpPr>
        <p:spPr>
          <a:xfrm>
            <a:off x="500034" y="765859"/>
            <a:ext cx="10834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 smtClean="0"/>
              <a:t>Matricula</a:t>
            </a:r>
            <a:endParaRPr lang="pt-BR" dirty="0"/>
          </a:p>
        </p:txBody>
      </p:sp>
      <p:sp>
        <p:nvSpPr>
          <p:cNvPr id="23" name="Retângulo 22"/>
          <p:cNvSpPr/>
          <p:nvPr/>
        </p:nvSpPr>
        <p:spPr>
          <a:xfrm>
            <a:off x="6429388" y="2285968"/>
            <a:ext cx="2286016" cy="42862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dirty="0" smtClean="0"/>
              <a:t>Salvar</a:t>
            </a:r>
            <a:endParaRPr lang="pt-BR" dirty="0"/>
          </a:p>
        </p:txBody>
      </p:sp>
      <p:sp>
        <p:nvSpPr>
          <p:cNvPr id="24" name="Retângulo 23"/>
          <p:cNvSpPr/>
          <p:nvPr/>
        </p:nvSpPr>
        <p:spPr>
          <a:xfrm>
            <a:off x="6500826" y="2928910"/>
            <a:ext cx="2286016" cy="42862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dirty="0" smtClean="0"/>
              <a:t>Cancelar</a:t>
            </a:r>
            <a:endParaRPr lang="pt-BR" dirty="0"/>
          </a:p>
        </p:txBody>
      </p:sp>
      <p:sp>
        <p:nvSpPr>
          <p:cNvPr id="25" name="Retângulo 24"/>
          <p:cNvSpPr/>
          <p:nvPr/>
        </p:nvSpPr>
        <p:spPr>
          <a:xfrm>
            <a:off x="6500826" y="3929042"/>
            <a:ext cx="2286016" cy="42862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dirty="0" smtClean="0"/>
              <a:t>Apagar</a:t>
            </a:r>
            <a:endParaRPr lang="pt-BR" dirty="0"/>
          </a:p>
        </p:txBody>
      </p:sp>
      <p:sp>
        <p:nvSpPr>
          <p:cNvPr id="26" name="Retângulo 25"/>
          <p:cNvSpPr/>
          <p:nvPr/>
        </p:nvSpPr>
        <p:spPr>
          <a:xfrm>
            <a:off x="6500826" y="4929174"/>
            <a:ext cx="2286016" cy="42862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dirty="0" err="1" smtClean="0"/>
              <a:t>Fecahr</a:t>
            </a:r>
            <a:endParaRPr lang="pt-BR" dirty="0"/>
          </a:p>
        </p:txBody>
      </p:sp>
      <p:sp>
        <p:nvSpPr>
          <p:cNvPr id="27" name="CaixaDeTexto 26"/>
          <p:cNvSpPr txBox="1"/>
          <p:nvPr/>
        </p:nvSpPr>
        <p:spPr>
          <a:xfrm>
            <a:off x="500034" y="4500570"/>
            <a:ext cx="7616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 smtClean="0"/>
              <a:t>Status</a:t>
            </a:r>
            <a:endParaRPr lang="pt-BR" dirty="0"/>
          </a:p>
        </p:txBody>
      </p:sp>
      <p:sp>
        <p:nvSpPr>
          <p:cNvPr id="28" name="Elipse 27"/>
          <p:cNvSpPr/>
          <p:nvPr/>
        </p:nvSpPr>
        <p:spPr>
          <a:xfrm>
            <a:off x="1214414" y="5000636"/>
            <a:ext cx="500066" cy="19918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tângulo 21"/>
          <p:cNvSpPr/>
          <p:nvPr/>
        </p:nvSpPr>
        <p:spPr>
          <a:xfrm>
            <a:off x="142844" y="2857496"/>
            <a:ext cx="8786874" cy="385765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4" name="Retângulo 3"/>
          <p:cNvSpPr/>
          <p:nvPr/>
        </p:nvSpPr>
        <p:spPr>
          <a:xfrm>
            <a:off x="142844" y="500042"/>
            <a:ext cx="8643998" cy="2285992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7" name="Retângulo 6"/>
          <p:cNvSpPr/>
          <p:nvPr/>
        </p:nvSpPr>
        <p:spPr>
          <a:xfrm>
            <a:off x="2928926" y="1071546"/>
            <a:ext cx="2500330" cy="42862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CaixaDeTexto 7"/>
          <p:cNvSpPr txBox="1"/>
          <p:nvPr/>
        </p:nvSpPr>
        <p:spPr>
          <a:xfrm>
            <a:off x="3071802" y="642918"/>
            <a:ext cx="7553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smtClean="0"/>
              <a:t>Nome</a:t>
            </a:r>
            <a:endParaRPr lang="pt-BR" dirty="0"/>
          </a:p>
        </p:txBody>
      </p:sp>
      <p:graphicFrame>
        <p:nvGraphicFramePr>
          <p:cNvPr id="9" name="Tabela 8"/>
          <p:cNvGraphicFramePr>
            <a:graphicFrameLocks noGrp="1"/>
          </p:cNvGraphicFramePr>
          <p:nvPr/>
        </p:nvGraphicFramePr>
        <p:xfrm>
          <a:off x="285720" y="3786190"/>
          <a:ext cx="8501124" cy="27146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25281"/>
                <a:gridCol w="2125281"/>
                <a:gridCol w="2125281"/>
                <a:gridCol w="2125281"/>
              </a:tblGrid>
              <a:tr h="904881">
                <a:tc>
                  <a:txBody>
                    <a:bodyPr/>
                    <a:lstStyle/>
                    <a:p>
                      <a:endParaRPr lang="pt-B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pt-B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</a:tr>
              <a:tr h="904881">
                <a:tc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</a:tr>
              <a:tr h="904881">
                <a:tc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pt-BR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Retângulo 9"/>
          <p:cNvSpPr/>
          <p:nvPr/>
        </p:nvSpPr>
        <p:spPr>
          <a:xfrm>
            <a:off x="5572132" y="1071546"/>
            <a:ext cx="857256" cy="42862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CaixaDeTexto 10"/>
          <p:cNvSpPr txBox="1"/>
          <p:nvPr/>
        </p:nvSpPr>
        <p:spPr>
          <a:xfrm>
            <a:off x="5572132" y="642918"/>
            <a:ext cx="7858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 smtClean="0"/>
              <a:t>Status</a:t>
            </a:r>
            <a:endParaRPr lang="pt-BR" dirty="0"/>
          </a:p>
        </p:txBody>
      </p:sp>
      <p:sp>
        <p:nvSpPr>
          <p:cNvPr id="12" name="CaixaDeTexto 11"/>
          <p:cNvSpPr txBox="1"/>
          <p:nvPr/>
        </p:nvSpPr>
        <p:spPr>
          <a:xfrm>
            <a:off x="357158" y="3357562"/>
            <a:ext cx="8338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err="1" smtClean="0"/>
              <a:t>Codigo</a:t>
            </a:r>
            <a:endParaRPr lang="pt-BR" dirty="0"/>
          </a:p>
        </p:txBody>
      </p:sp>
      <p:sp>
        <p:nvSpPr>
          <p:cNvPr id="13" name="CaixaDeTexto 12"/>
          <p:cNvSpPr txBox="1"/>
          <p:nvPr/>
        </p:nvSpPr>
        <p:spPr>
          <a:xfrm>
            <a:off x="2500298" y="3357562"/>
            <a:ext cx="7553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smtClean="0"/>
              <a:t>Nome</a:t>
            </a:r>
            <a:endParaRPr lang="pt-BR" dirty="0"/>
          </a:p>
        </p:txBody>
      </p:sp>
      <p:sp>
        <p:nvSpPr>
          <p:cNvPr id="14" name="CaixaDeTexto 13"/>
          <p:cNvSpPr txBox="1"/>
          <p:nvPr/>
        </p:nvSpPr>
        <p:spPr>
          <a:xfrm>
            <a:off x="6715140" y="3357562"/>
            <a:ext cx="7616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smtClean="0"/>
              <a:t>Status</a:t>
            </a:r>
            <a:endParaRPr lang="pt-BR" dirty="0"/>
          </a:p>
        </p:txBody>
      </p:sp>
      <p:sp>
        <p:nvSpPr>
          <p:cNvPr id="15" name="CaixaDeTexto 14"/>
          <p:cNvSpPr txBox="1"/>
          <p:nvPr/>
        </p:nvSpPr>
        <p:spPr>
          <a:xfrm>
            <a:off x="4572000" y="3357562"/>
            <a:ext cx="10632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smtClean="0"/>
              <a:t>Professor</a:t>
            </a:r>
            <a:endParaRPr lang="pt-BR" dirty="0"/>
          </a:p>
        </p:txBody>
      </p:sp>
      <p:sp>
        <p:nvSpPr>
          <p:cNvPr id="16" name="Retângulo 15"/>
          <p:cNvSpPr/>
          <p:nvPr/>
        </p:nvSpPr>
        <p:spPr>
          <a:xfrm>
            <a:off x="0" y="0"/>
            <a:ext cx="9144000" cy="35716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smtClean="0"/>
              <a:t>Turma</a:t>
            </a:r>
            <a:endParaRPr lang="pt-BR" dirty="0"/>
          </a:p>
        </p:txBody>
      </p:sp>
      <p:sp>
        <p:nvSpPr>
          <p:cNvPr id="17" name="Retângulo 16"/>
          <p:cNvSpPr/>
          <p:nvPr/>
        </p:nvSpPr>
        <p:spPr>
          <a:xfrm>
            <a:off x="285720" y="1285860"/>
            <a:ext cx="2500330" cy="42862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8" name="CaixaDeTexto 17"/>
          <p:cNvSpPr txBox="1"/>
          <p:nvPr/>
        </p:nvSpPr>
        <p:spPr>
          <a:xfrm>
            <a:off x="357158" y="857232"/>
            <a:ext cx="8338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smtClean="0"/>
              <a:t>Código</a:t>
            </a:r>
            <a:endParaRPr lang="pt-BR" dirty="0"/>
          </a:p>
        </p:txBody>
      </p:sp>
      <p:sp>
        <p:nvSpPr>
          <p:cNvPr id="19" name="Retângulo 18"/>
          <p:cNvSpPr/>
          <p:nvPr/>
        </p:nvSpPr>
        <p:spPr>
          <a:xfrm>
            <a:off x="6500826" y="1071546"/>
            <a:ext cx="857256" cy="42862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0" name="Retângulo 19"/>
          <p:cNvSpPr/>
          <p:nvPr/>
        </p:nvSpPr>
        <p:spPr>
          <a:xfrm>
            <a:off x="428596" y="2143116"/>
            <a:ext cx="2500330" cy="42862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1" name="CaixaDeTexto 20"/>
          <p:cNvSpPr txBox="1"/>
          <p:nvPr/>
        </p:nvSpPr>
        <p:spPr>
          <a:xfrm>
            <a:off x="428596" y="1643050"/>
            <a:ext cx="10632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smtClean="0"/>
              <a:t>Professor</a:t>
            </a:r>
            <a:endParaRPr lang="pt-BR" dirty="0"/>
          </a:p>
        </p:txBody>
      </p:sp>
      <p:sp>
        <p:nvSpPr>
          <p:cNvPr id="23" name="CaixaDeTexto 22"/>
          <p:cNvSpPr txBox="1"/>
          <p:nvPr/>
        </p:nvSpPr>
        <p:spPr>
          <a:xfrm>
            <a:off x="357158" y="2928934"/>
            <a:ext cx="6072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smtClean="0"/>
              <a:t>Lista</a:t>
            </a:r>
            <a:endParaRPr lang="pt-BR" dirty="0"/>
          </a:p>
        </p:txBody>
      </p:sp>
      <p:sp>
        <p:nvSpPr>
          <p:cNvPr id="24" name="CaixaDeTexto 23"/>
          <p:cNvSpPr txBox="1"/>
          <p:nvPr/>
        </p:nvSpPr>
        <p:spPr>
          <a:xfrm>
            <a:off x="285720" y="500042"/>
            <a:ext cx="10007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smtClean="0"/>
              <a:t>Pesquisa</a:t>
            </a:r>
            <a:endParaRPr lang="pt-BR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tângulo 36"/>
          <p:cNvSpPr/>
          <p:nvPr/>
        </p:nvSpPr>
        <p:spPr>
          <a:xfrm>
            <a:off x="0" y="3714752"/>
            <a:ext cx="5929322" cy="278608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6" name="Retângulo 35"/>
          <p:cNvSpPr/>
          <p:nvPr/>
        </p:nvSpPr>
        <p:spPr>
          <a:xfrm>
            <a:off x="6072198" y="642918"/>
            <a:ext cx="2928958" cy="564360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" name="Retângulo 3"/>
          <p:cNvSpPr/>
          <p:nvPr/>
        </p:nvSpPr>
        <p:spPr>
          <a:xfrm>
            <a:off x="142844" y="571480"/>
            <a:ext cx="5857916" cy="2928958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u="sng" dirty="0" smtClean="0"/>
              <a:t>            </a:t>
            </a:r>
            <a:endParaRPr lang="pt-BR" u="sng" dirty="0"/>
          </a:p>
          <a:p>
            <a:pPr algn="ctr"/>
            <a:r>
              <a:rPr lang="pt-BR" u="sng" dirty="0"/>
              <a:t> </a:t>
            </a:r>
            <a:endParaRPr lang="pt-BR" u="sng" dirty="0" smtClean="0"/>
          </a:p>
          <a:p>
            <a:pPr algn="ctr"/>
            <a:endParaRPr lang="pt-BR" u="sng" dirty="0"/>
          </a:p>
          <a:p>
            <a:pPr algn="ctr"/>
            <a:endParaRPr lang="pt-BR" u="sng" dirty="0" smtClean="0"/>
          </a:p>
          <a:p>
            <a:pPr algn="ctr"/>
            <a:endParaRPr lang="pt-BR" u="sng" dirty="0" smtClean="0"/>
          </a:p>
          <a:p>
            <a:pPr algn="ctr"/>
            <a:endParaRPr lang="pt-BR" u="sng" dirty="0" smtClean="0"/>
          </a:p>
          <a:p>
            <a:pPr algn="ctr"/>
            <a:endParaRPr lang="pt-BR" u="sng" dirty="0"/>
          </a:p>
          <a:p>
            <a:pPr algn="ctr"/>
            <a:endParaRPr lang="pt-BR" u="sng" dirty="0"/>
          </a:p>
          <a:p>
            <a:pPr algn="ctr"/>
            <a:endParaRPr lang="pt-BR" u="sng" dirty="0" smtClean="0"/>
          </a:p>
        </p:txBody>
      </p:sp>
      <p:sp>
        <p:nvSpPr>
          <p:cNvPr id="10" name="Retângulo 9"/>
          <p:cNvSpPr/>
          <p:nvPr/>
        </p:nvSpPr>
        <p:spPr>
          <a:xfrm>
            <a:off x="428596" y="2357431"/>
            <a:ext cx="5214974" cy="28575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Retângulo 14"/>
          <p:cNvSpPr/>
          <p:nvPr/>
        </p:nvSpPr>
        <p:spPr>
          <a:xfrm>
            <a:off x="428596" y="1703327"/>
            <a:ext cx="5214974" cy="2254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6" name="Retângulo 15"/>
          <p:cNvSpPr/>
          <p:nvPr/>
        </p:nvSpPr>
        <p:spPr>
          <a:xfrm>
            <a:off x="6429388" y="1571588"/>
            <a:ext cx="2286016" cy="42862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dirty="0" smtClean="0"/>
              <a:t>Alterar</a:t>
            </a:r>
            <a:endParaRPr lang="pt-BR" dirty="0"/>
          </a:p>
        </p:txBody>
      </p:sp>
      <p:sp>
        <p:nvSpPr>
          <p:cNvPr id="17" name="Retângulo 16"/>
          <p:cNvSpPr/>
          <p:nvPr/>
        </p:nvSpPr>
        <p:spPr>
          <a:xfrm>
            <a:off x="6429388" y="1000084"/>
            <a:ext cx="2286016" cy="42862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 dirty="0" smtClean="0"/>
          </a:p>
          <a:p>
            <a:pPr algn="ctr"/>
            <a:r>
              <a:rPr lang="pt-BR" dirty="0" smtClean="0"/>
              <a:t>Novo</a:t>
            </a:r>
          </a:p>
          <a:p>
            <a:pPr algn="ctr"/>
            <a:endParaRPr lang="pt-BR" dirty="0"/>
          </a:p>
        </p:txBody>
      </p:sp>
      <p:sp>
        <p:nvSpPr>
          <p:cNvPr id="20" name="Retângulo 19"/>
          <p:cNvSpPr/>
          <p:nvPr/>
        </p:nvSpPr>
        <p:spPr>
          <a:xfrm>
            <a:off x="0" y="142852"/>
            <a:ext cx="9144000" cy="21429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smtClean="0"/>
              <a:t>Turma</a:t>
            </a:r>
            <a:endParaRPr lang="pt-BR" dirty="0"/>
          </a:p>
        </p:txBody>
      </p:sp>
      <p:sp>
        <p:nvSpPr>
          <p:cNvPr id="21" name="Elipse 20"/>
          <p:cNvSpPr/>
          <p:nvPr/>
        </p:nvSpPr>
        <p:spPr>
          <a:xfrm>
            <a:off x="428596" y="3214686"/>
            <a:ext cx="500066" cy="19918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Retângulo 10"/>
          <p:cNvSpPr/>
          <p:nvPr/>
        </p:nvSpPr>
        <p:spPr>
          <a:xfrm>
            <a:off x="285720" y="4203657"/>
            <a:ext cx="4000528" cy="39837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2" name="Retângulo 11"/>
          <p:cNvSpPr/>
          <p:nvPr/>
        </p:nvSpPr>
        <p:spPr>
          <a:xfrm>
            <a:off x="428596" y="1111888"/>
            <a:ext cx="5214974" cy="17397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3" name="CaixaDeTexto 12"/>
          <p:cNvSpPr txBox="1"/>
          <p:nvPr/>
        </p:nvSpPr>
        <p:spPr>
          <a:xfrm>
            <a:off x="428596" y="1357298"/>
            <a:ext cx="7553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 smtClean="0"/>
              <a:t>Nome</a:t>
            </a:r>
            <a:endParaRPr lang="pt-BR" dirty="0"/>
          </a:p>
        </p:txBody>
      </p:sp>
      <p:sp>
        <p:nvSpPr>
          <p:cNvPr id="14" name="CaixaDeTexto 13"/>
          <p:cNvSpPr txBox="1"/>
          <p:nvPr/>
        </p:nvSpPr>
        <p:spPr>
          <a:xfrm>
            <a:off x="357158" y="2000240"/>
            <a:ext cx="1643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 smtClean="0"/>
              <a:t>Professor</a:t>
            </a:r>
            <a:endParaRPr lang="pt-BR" dirty="0"/>
          </a:p>
        </p:txBody>
      </p:sp>
      <p:sp>
        <p:nvSpPr>
          <p:cNvPr id="19" name="CaixaDeTexto 18"/>
          <p:cNvSpPr txBox="1"/>
          <p:nvPr/>
        </p:nvSpPr>
        <p:spPr>
          <a:xfrm>
            <a:off x="500034" y="765859"/>
            <a:ext cx="10834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 smtClean="0"/>
              <a:t>Código</a:t>
            </a:r>
            <a:endParaRPr lang="pt-BR" dirty="0"/>
          </a:p>
        </p:txBody>
      </p:sp>
      <p:sp>
        <p:nvSpPr>
          <p:cNvPr id="23" name="Retângulo 22"/>
          <p:cNvSpPr/>
          <p:nvPr/>
        </p:nvSpPr>
        <p:spPr>
          <a:xfrm>
            <a:off x="6429388" y="2285968"/>
            <a:ext cx="2286016" cy="42862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dirty="0" smtClean="0"/>
              <a:t>Salvar</a:t>
            </a:r>
            <a:endParaRPr lang="pt-BR" dirty="0"/>
          </a:p>
        </p:txBody>
      </p:sp>
      <p:sp>
        <p:nvSpPr>
          <p:cNvPr id="24" name="Retângulo 23"/>
          <p:cNvSpPr/>
          <p:nvPr/>
        </p:nvSpPr>
        <p:spPr>
          <a:xfrm>
            <a:off x="6500826" y="2928910"/>
            <a:ext cx="2286016" cy="42862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dirty="0" smtClean="0"/>
              <a:t>Cancelar</a:t>
            </a:r>
            <a:endParaRPr lang="pt-BR" dirty="0"/>
          </a:p>
        </p:txBody>
      </p:sp>
      <p:sp>
        <p:nvSpPr>
          <p:cNvPr id="25" name="Retângulo 24"/>
          <p:cNvSpPr/>
          <p:nvPr/>
        </p:nvSpPr>
        <p:spPr>
          <a:xfrm>
            <a:off x="6500826" y="3929042"/>
            <a:ext cx="2286016" cy="42862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dirty="0" smtClean="0"/>
              <a:t>Apagar</a:t>
            </a:r>
            <a:endParaRPr lang="pt-BR" dirty="0"/>
          </a:p>
        </p:txBody>
      </p:sp>
      <p:sp>
        <p:nvSpPr>
          <p:cNvPr id="26" name="Retângulo 25"/>
          <p:cNvSpPr/>
          <p:nvPr/>
        </p:nvSpPr>
        <p:spPr>
          <a:xfrm>
            <a:off x="6500826" y="4929174"/>
            <a:ext cx="2286016" cy="42862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dirty="0" err="1" smtClean="0"/>
              <a:t>Fecahr</a:t>
            </a:r>
            <a:endParaRPr lang="pt-BR" dirty="0"/>
          </a:p>
        </p:txBody>
      </p:sp>
      <p:sp>
        <p:nvSpPr>
          <p:cNvPr id="27" name="CaixaDeTexto 26"/>
          <p:cNvSpPr txBox="1"/>
          <p:nvPr/>
        </p:nvSpPr>
        <p:spPr>
          <a:xfrm>
            <a:off x="357158" y="2714620"/>
            <a:ext cx="7616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 smtClean="0"/>
              <a:t>Status</a:t>
            </a:r>
            <a:endParaRPr lang="pt-BR" dirty="0"/>
          </a:p>
        </p:txBody>
      </p:sp>
      <p:sp>
        <p:nvSpPr>
          <p:cNvPr id="28" name="Elipse 27"/>
          <p:cNvSpPr/>
          <p:nvPr/>
        </p:nvSpPr>
        <p:spPr>
          <a:xfrm>
            <a:off x="1071538" y="3214686"/>
            <a:ext cx="500066" cy="19918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2" name="Retângulo 21"/>
          <p:cNvSpPr/>
          <p:nvPr/>
        </p:nvSpPr>
        <p:spPr>
          <a:xfrm>
            <a:off x="4357686" y="4212904"/>
            <a:ext cx="571504" cy="39837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9" name="Retângulo 28"/>
          <p:cNvSpPr/>
          <p:nvPr/>
        </p:nvSpPr>
        <p:spPr>
          <a:xfrm>
            <a:off x="5072066" y="4212904"/>
            <a:ext cx="571504" cy="39837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graphicFrame>
        <p:nvGraphicFramePr>
          <p:cNvPr id="31" name="Tabela 30"/>
          <p:cNvGraphicFramePr>
            <a:graphicFrameLocks noGrp="1"/>
          </p:cNvGraphicFramePr>
          <p:nvPr/>
        </p:nvGraphicFramePr>
        <p:xfrm>
          <a:off x="214282" y="5213037"/>
          <a:ext cx="5500726" cy="81311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50363"/>
                <a:gridCol w="2750363"/>
              </a:tblGrid>
              <a:tr h="442278">
                <a:tc>
                  <a:txBody>
                    <a:bodyPr/>
                    <a:lstStyle/>
                    <a:p>
                      <a:endParaRPr lang="pt-B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pt-BR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33" name="CaixaDeTexto 32"/>
          <p:cNvSpPr txBox="1"/>
          <p:nvPr/>
        </p:nvSpPr>
        <p:spPr>
          <a:xfrm>
            <a:off x="357158" y="3786190"/>
            <a:ext cx="7601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 smtClean="0"/>
              <a:t>Aluno</a:t>
            </a:r>
            <a:endParaRPr lang="pt-BR" dirty="0"/>
          </a:p>
        </p:txBody>
      </p:sp>
      <p:sp>
        <p:nvSpPr>
          <p:cNvPr id="34" name="CaixaDeTexto 33"/>
          <p:cNvSpPr txBox="1"/>
          <p:nvPr/>
        </p:nvSpPr>
        <p:spPr>
          <a:xfrm>
            <a:off x="3000364" y="4784408"/>
            <a:ext cx="16430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 smtClean="0"/>
              <a:t>Nome aluno</a:t>
            </a:r>
            <a:endParaRPr lang="pt-BR" dirty="0"/>
          </a:p>
        </p:txBody>
      </p:sp>
      <p:sp>
        <p:nvSpPr>
          <p:cNvPr id="35" name="CaixaDeTexto 34"/>
          <p:cNvSpPr txBox="1"/>
          <p:nvPr/>
        </p:nvSpPr>
        <p:spPr>
          <a:xfrm>
            <a:off x="285720" y="4784408"/>
            <a:ext cx="15001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 smtClean="0"/>
              <a:t>Matricula</a:t>
            </a:r>
            <a:endParaRPr lang="pt-BR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tângulo 23"/>
          <p:cNvSpPr/>
          <p:nvPr/>
        </p:nvSpPr>
        <p:spPr>
          <a:xfrm>
            <a:off x="142844" y="2928934"/>
            <a:ext cx="8715436" cy="378621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" name="Retângulo 3"/>
          <p:cNvSpPr/>
          <p:nvPr/>
        </p:nvSpPr>
        <p:spPr>
          <a:xfrm>
            <a:off x="142844" y="500042"/>
            <a:ext cx="8643998" cy="2285992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7" name="Retângulo 6"/>
          <p:cNvSpPr/>
          <p:nvPr/>
        </p:nvSpPr>
        <p:spPr>
          <a:xfrm>
            <a:off x="2928926" y="1643050"/>
            <a:ext cx="2500330" cy="42862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CaixaDeTexto 7"/>
          <p:cNvSpPr txBox="1"/>
          <p:nvPr/>
        </p:nvSpPr>
        <p:spPr>
          <a:xfrm>
            <a:off x="3071802" y="1214422"/>
            <a:ext cx="7795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smtClean="0"/>
              <a:t>Turma</a:t>
            </a:r>
            <a:endParaRPr lang="pt-BR" dirty="0"/>
          </a:p>
        </p:txBody>
      </p:sp>
      <p:graphicFrame>
        <p:nvGraphicFramePr>
          <p:cNvPr id="9" name="Tabela 8"/>
          <p:cNvGraphicFramePr>
            <a:graphicFrameLocks noGrp="1"/>
          </p:cNvGraphicFramePr>
          <p:nvPr/>
        </p:nvGraphicFramePr>
        <p:xfrm>
          <a:off x="285688" y="4000481"/>
          <a:ext cx="8286840" cy="24289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2280"/>
                <a:gridCol w="2762280"/>
                <a:gridCol w="2762280"/>
              </a:tblGrid>
              <a:tr h="809639">
                <a:tc>
                  <a:txBody>
                    <a:bodyPr/>
                    <a:lstStyle/>
                    <a:p>
                      <a:endParaRPr lang="pt-B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pt-B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</a:tr>
              <a:tr h="809639">
                <a:tc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</a:tr>
              <a:tr h="809639">
                <a:tc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pt-B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pt-BR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CaixaDeTexto 10"/>
          <p:cNvSpPr txBox="1"/>
          <p:nvPr/>
        </p:nvSpPr>
        <p:spPr>
          <a:xfrm>
            <a:off x="5572132" y="1214422"/>
            <a:ext cx="7858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 smtClean="0"/>
              <a:t>Data</a:t>
            </a:r>
            <a:endParaRPr lang="pt-BR" dirty="0"/>
          </a:p>
        </p:txBody>
      </p:sp>
      <p:sp>
        <p:nvSpPr>
          <p:cNvPr id="12" name="CaixaDeTexto 11"/>
          <p:cNvSpPr txBox="1"/>
          <p:nvPr/>
        </p:nvSpPr>
        <p:spPr>
          <a:xfrm>
            <a:off x="357126" y="3571852"/>
            <a:ext cx="8338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smtClean="0"/>
              <a:t>Código</a:t>
            </a:r>
            <a:endParaRPr lang="pt-BR" dirty="0"/>
          </a:p>
        </p:txBody>
      </p:sp>
      <p:sp>
        <p:nvSpPr>
          <p:cNvPr id="13" name="CaixaDeTexto 12"/>
          <p:cNvSpPr txBox="1"/>
          <p:nvPr/>
        </p:nvSpPr>
        <p:spPr>
          <a:xfrm>
            <a:off x="3000364" y="3571876"/>
            <a:ext cx="7795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smtClean="0"/>
              <a:t>Turma</a:t>
            </a:r>
            <a:endParaRPr lang="pt-BR" dirty="0"/>
          </a:p>
        </p:txBody>
      </p:sp>
      <p:sp>
        <p:nvSpPr>
          <p:cNvPr id="14" name="CaixaDeTexto 13"/>
          <p:cNvSpPr txBox="1"/>
          <p:nvPr/>
        </p:nvSpPr>
        <p:spPr>
          <a:xfrm>
            <a:off x="5715008" y="3571876"/>
            <a:ext cx="6205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smtClean="0"/>
              <a:t>Data</a:t>
            </a:r>
            <a:endParaRPr lang="pt-BR" dirty="0"/>
          </a:p>
        </p:txBody>
      </p:sp>
      <p:sp>
        <p:nvSpPr>
          <p:cNvPr id="16" name="Retângulo 15"/>
          <p:cNvSpPr/>
          <p:nvPr/>
        </p:nvSpPr>
        <p:spPr>
          <a:xfrm>
            <a:off x="0" y="0"/>
            <a:ext cx="9144000" cy="35716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smtClean="0"/>
              <a:t>Aula - Lista</a:t>
            </a:r>
            <a:endParaRPr lang="pt-BR" dirty="0"/>
          </a:p>
        </p:txBody>
      </p:sp>
      <p:sp>
        <p:nvSpPr>
          <p:cNvPr id="17" name="Retângulo 16"/>
          <p:cNvSpPr/>
          <p:nvPr/>
        </p:nvSpPr>
        <p:spPr>
          <a:xfrm>
            <a:off x="285720" y="1643050"/>
            <a:ext cx="2500330" cy="42862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8" name="CaixaDeTexto 17"/>
          <p:cNvSpPr txBox="1"/>
          <p:nvPr/>
        </p:nvSpPr>
        <p:spPr>
          <a:xfrm>
            <a:off x="357158" y="1214422"/>
            <a:ext cx="8338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smtClean="0"/>
              <a:t>Código</a:t>
            </a:r>
            <a:endParaRPr lang="pt-BR" dirty="0"/>
          </a:p>
        </p:txBody>
      </p:sp>
      <p:sp>
        <p:nvSpPr>
          <p:cNvPr id="19" name="Retângulo 18"/>
          <p:cNvSpPr/>
          <p:nvPr/>
        </p:nvSpPr>
        <p:spPr>
          <a:xfrm>
            <a:off x="5643570" y="1643050"/>
            <a:ext cx="857256" cy="42862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2" name="CaixaDeTexto 21"/>
          <p:cNvSpPr txBox="1"/>
          <p:nvPr/>
        </p:nvSpPr>
        <p:spPr>
          <a:xfrm>
            <a:off x="285720" y="714356"/>
            <a:ext cx="10007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smtClean="0"/>
              <a:t>Pesquisa</a:t>
            </a:r>
            <a:endParaRPr lang="pt-BR" dirty="0"/>
          </a:p>
        </p:txBody>
      </p:sp>
      <p:sp>
        <p:nvSpPr>
          <p:cNvPr id="23" name="CaixaDeTexto 22"/>
          <p:cNvSpPr txBox="1"/>
          <p:nvPr/>
        </p:nvSpPr>
        <p:spPr>
          <a:xfrm>
            <a:off x="285720" y="3071810"/>
            <a:ext cx="6072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smtClean="0"/>
              <a:t>Lista</a:t>
            </a:r>
            <a:endParaRPr lang="pt-BR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/>
          <p:cNvSpPr/>
          <p:nvPr/>
        </p:nvSpPr>
        <p:spPr>
          <a:xfrm>
            <a:off x="142844" y="928670"/>
            <a:ext cx="8715436" cy="2786082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u="sng" dirty="0" smtClean="0"/>
              <a:t>            </a:t>
            </a:r>
            <a:endParaRPr lang="pt-BR" u="sng" dirty="0"/>
          </a:p>
          <a:p>
            <a:pPr algn="ctr"/>
            <a:r>
              <a:rPr lang="pt-BR" u="sng" dirty="0"/>
              <a:t> </a:t>
            </a:r>
            <a:endParaRPr lang="pt-BR" u="sng" dirty="0" smtClean="0"/>
          </a:p>
          <a:p>
            <a:pPr algn="ctr"/>
            <a:endParaRPr lang="pt-BR" u="sng" dirty="0"/>
          </a:p>
          <a:p>
            <a:pPr algn="ctr"/>
            <a:endParaRPr lang="pt-BR" u="sng" dirty="0" smtClean="0"/>
          </a:p>
          <a:p>
            <a:pPr algn="ctr"/>
            <a:endParaRPr lang="pt-BR" u="sng" dirty="0" smtClean="0"/>
          </a:p>
          <a:p>
            <a:pPr algn="ctr"/>
            <a:endParaRPr lang="pt-BR" u="sng" dirty="0" smtClean="0"/>
          </a:p>
          <a:p>
            <a:pPr algn="ctr"/>
            <a:endParaRPr lang="pt-BR" u="sng" dirty="0"/>
          </a:p>
          <a:p>
            <a:pPr algn="ctr"/>
            <a:endParaRPr lang="pt-BR" u="sng" dirty="0"/>
          </a:p>
          <a:p>
            <a:pPr algn="ctr"/>
            <a:endParaRPr lang="pt-BR" u="sng" dirty="0" smtClean="0"/>
          </a:p>
        </p:txBody>
      </p:sp>
      <p:sp>
        <p:nvSpPr>
          <p:cNvPr id="10" name="Retângulo 9"/>
          <p:cNvSpPr/>
          <p:nvPr/>
        </p:nvSpPr>
        <p:spPr>
          <a:xfrm>
            <a:off x="428596" y="2071678"/>
            <a:ext cx="5857916" cy="28575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0" name="Retângulo 19"/>
          <p:cNvSpPr/>
          <p:nvPr/>
        </p:nvSpPr>
        <p:spPr>
          <a:xfrm>
            <a:off x="0" y="142852"/>
            <a:ext cx="9144000" cy="21429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A</a:t>
            </a:r>
            <a:r>
              <a:rPr lang="pt-BR" dirty="0" smtClean="0"/>
              <a:t>ula</a:t>
            </a:r>
            <a:endParaRPr lang="pt-BR" dirty="0"/>
          </a:p>
        </p:txBody>
      </p:sp>
      <p:sp>
        <p:nvSpPr>
          <p:cNvPr id="30" name="Retângulo 29"/>
          <p:cNvSpPr/>
          <p:nvPr/>
        </p:nvSpPr>
        <p:spPr>
          <a:xfrm>
            <a:off x="6429388" y="2071678"/>
            <a:ext cx="2143140" cy="28575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2" name="CaixaDeTexto 31"/>
          <p:cNvSpPr txBox="1"/>
          <p:nvPr/>
        </p:nvSpPr>
        <p:spPr>
          <a:xfrm>
            <a:off x="6429388" y="1643050"/>
            <a:ext cx="23574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 smtClean="0"/>
              <a:t>Data </a:t>
            </a:r>
            <a:endParaRPr lang="pt-BR" dirty="0"/>
          </a:p>
        </p:txBody>
      </p:sp>
      <p:sp>
        <p:nvSpPr>
          <p:cNvPr id="36" name="Retângulo 35"/>
          <p:cNvSpPr/>
          <p:nvPr/>
        </p:nvSpPr>
        <p:spPr>
          <a:xfrm>
            <a:off x="6500826" y="2786058"/>
            <a:ext cx="2143140" cy="28575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dirty="0" smtClean="0"/>
              <a:t>criar</a:t>
            </a:r>
            <a:endParaRPr lang="pt-BR" dirty="0"/>
          </a:p>
        </p:txBody>
      </p:sp>
      <p:sp>
        <p:nvSpPr>
          <p:cNvPr id="37" name="Retângulo 36"/>
          <p:cNvSpPr/>
          <p:nvPr/>
        </p:nvSpPr>
        <p:spPr>
          <a:xfrm>
            <a:off x="4071934" y="2786058"/>
            <a:ext cx="2143140" cy="28575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dirty="0" smtClean="0"/>
              <a:t>Cancelar</a:t>
            </a:r>
            <a:endParaRPr lang="pt-BR" dirty="0"/>
          </a:p>
        </p:txBody>
      </p:sp>
      <p:sp>
        <p:nvSpPr>
          <p:cNvPr id="39" name="CaixaDeTexto 38"/>
          <p:cNvSpPr txBox="1"/>
          <p:nvPr/>
        </p:nvSpPr>
        <p:spPr>
          <a:xfrm>
            <a:off x="285720" y="1643050"/>
            <a:ext cx="23574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 smtClean="0"/>
              <a:t>Turma</a:t>
            </a:r>
            <a:endParaRPr lang="pt-BR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tângulo 30"/>
          <p:cNvSpPr/>
          <p:nvPr/>
        </p:nvSpPr>
        <p:spPr>
          <a:xfrm>
            <a:off x="7858148" y="571480"/>
            <a:ext cx="1143008" cy="53578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0" name="Retângulo 29"/>
          <p:cNvSpPr/>
          <p:nvPr/>
        </p:nvSpPr>
        <p:spPr>
          <a:xfrm>
            <a:off x="142844" y="2857496"/>
            <a:ext cx="7572428" cy="364333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4" name="Retângulo 3"/>
          <p:cNvSpPr/>
          <p:nvPr/>
        </p:nvSpPr>
        <p:spPr>
          <a:xfrm>
            <a:off x="142844" y="500042"/>
            <a:ext cx="7572428" cy="2285992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  <p:sp>
        <p:nvSpPr>
          <p:cNvPr id="7" name="Retângulo 6"/>
          <p:cNvSpPr/>
          <p:nvPr/>
        </p:nvSpPr>
        <p:spPr>
          <a:xfrm>
            <a:off x="2928926" y="1071546"/>
            <a:ext cx="2500330" cy="42862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CaixaDeTexto 7"/>
          <p:cNvSpPr txBox="1"/>
          <p:nvPr/>
        </p:nvSpPr>
        <p:spPr>
          <a:xfrm>
            <a:off x="3000364" y="642918"/>
            <a:ext cx="7795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smtClean="0"/>
              <a:t>Turma</a:t>
            </a:r>
            <a:endParaRPr lang="pt-BR" dirty="0"/>
          </a:p>
        </p:txBody>
      </p:sp>
      <p:graphicFrame>
        <p:nvGraphicFramePr>
          <p:cNvPr id="9" name="Tabela 8"/>
          <p:cNvGraphicFramePr>
            <a:graphicFrameLocks noGrp="1"/>
          </p:cNvGraphicFramePr>
          <p:nvPr/>
        </p:nvGraphicFramePr>
        <p:xfrm>
          <a:off x="214250" y="3929065"/>
          <a:ext cx="7215270" cy="21431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5090"/>
                <a:gridCol w="2405090"/>
                <a:gridCol w="2405090"/>
              </a:tblGrid>
              <a:tr h="714372">
                <a:tc>
                  <a:txBody>
                    <a:bodyPr/>
                    <a:lstStyle/>
                    <a:p>
                      <a:endParaRPr lang="pt-B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pt-B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</a:tr>
              <a:tr h="714372">
                <a:tc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</a:tr>
              <a:tr h="714372">
                <a:tc>
                  <a:txBody>
                    <a:bodyPr/>
                    <a:lstStyle/>
                    <a:p>
                      <a:endParaRPr lang="pt-B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pt-B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pt-BR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2" name="CaixaDeTexto 11"/>
          <p:cNvSpPr txBox="1"/>
          <p:nvPr/>
        </p:nvSpPr>
        <p:spPr>
          <a:xfrm>
            <a:off x="285720" y="3429000"/>
            <a:ext cx="11021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smtClean="0"/>
              <a:t>Matricula</a:t>
            </a:r>
            <a:endParaRPr lang="pt-BR" dirty="0"/>
          </a:p>
        </p:txBody>
      </p:sp>
      <p:sp>
        <p:nvSpPr>
          <p:cNvPr id="13" name="CaixaDeTexto 12"/>
          <p:cNvSpPr txBox="1"/>
          <p:nvPr/>
        </p:nvSpPr>
        <p:spPr>
          <a:xfrm>
            <a:off x="2928958" y="3429024"/>
            <a:ext cx="7553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smtClean="0"/>
              <a:t>Nome</a:t>
            </a:r>
            <a:endParaRPr lang="pt-BR" dirty="0"/>
          </a:p>
        </p:txBody>
      </p:sp>
      <p:sp>
        <p:nvSpPr>
          <p:cNvPr id="14" name="CaixaDeTexto 13"/>
          <p:cNvSpPr txBox="1"/>
          <p:nvPr/>
        </p:nvSpPr>
        <p:spPr>
          <a:xfrm>
            <a:off x="5643602" y="3429024"/>
            <a:ext cx="10293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smtClean="0"/>
              <a:t>Presença</a:t>
            </a:r>
            <a:endParaRPr lang="pt-BR" dirty="0"/>
          </a:p>
        </p:txBody>
      </p:sp>
      <p:sp>
        <p:nvSpPr>
          <p:cNvPr id="16" name="Retângulo 15"/>
          <p:cNvSpPr/>
          <p:nvPr/>
        </p:nvSpPr>
        <p:spPr>
          <a:xfrm>
            <a:off x="0" y="0"/>
            <a:ext cx="9144000" cy="35716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smtClean="0"/>
              <a:t>Aula - </a:t>
            </a:r>
            <a:r>
              <a:rPr lang="pt-BR" dirty="0" err="1" smtClean="0"/>
              <a:t>Formulario</a:t>
            </a:r>
            <a:endParaRPr lang="pt-BR" dirty="0"/>
          </a:p>
        </p:txBody>
      </p:sp>
      <p:sp>
        <p:nvSpPr>
          <p:cNvPr id="17" name="Retângulo 16"/>
          <p:cNvSpPr/>
          <p:nvPr/>
        </p:nvSpPr>
        <p:spPr>
          <a:xfrm>
            <a:off x="285720" y="1071546"/>
            <a:ext cx="2500330" cy="42862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8" name="CaixaDeTexto 17"/>
          <p:cNvSpPr txBox="1"/>
          <p:nvPr/>
        </p:nvSpPr>
        <p:spPr>
          <a:xfrm>
            <a:off x="357158" y="642918"/>
            <a:ext cx="8338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smtClean="0"/>
              <a:t>Código</a:t>
            </a:r>
            <a:endParaRPr lang="pt-BR" dirty="0"/>
          </a:p>
        </p:txBody>
      </p:sp>
      <p:sp>
        <p:nvSpPr>
          <p:cNvPr id="15" name="Retângulo 14"/>
          <p:cNvSpPr/>
          <p:nvPr/>
        </p:nvSpPr>
        <p:spPr>
          <a:xfrm>
            <a:off x="7929586" y="857232"/>
            <a:ext cx="857256" cy="42862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dirty="0" smtClean="0"/>
              <a:t>alterar</a:t>
            </a:r>
            <a:endParaRPr lang="pt-BR" dirty="0"/>
          </a:p>
        </p:txBody>
      </p:sp>
      <p:sp>
        <p:nvSpPr>
          <p:cNvPr id="20" name="Retângulo 19"/>
          <p:cNvSpPr/>
          <p:nvPr/>
        </p:nvSpPr>
        <p:spPr>
          <a:xfrm>
            <a:off x="8001024" y="1643050"/>
            <a:ext cx="857256" cy="42862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dirty="0" smtClean="0"/>
              <a:t>salvar</a:t>
            </a:r>
            <a:endParaRPr lang="pt-BR" dirty="0"/>
          </a:p>
        </p:txBody>
      </p:sp>
      <p:sp>
        <p:nvSpPr>
          <p:cNvPr id="21" name="Retângulo 20"/>
          <p:cNvSpPr/>
          <p:nvPr/>
        </p:nvSpPr>
        <p:spPr>
          <a:xfrm>
            <a:off x="7929586" y="2643182"/>
            <a:ext cx="1000132" cy="42862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dirty="0" smtClean="0"/>
              <a:t>cancelar</a:t>
            </a:r>
            <a:endParaRPr lang="pt-BR" dirty="0"/>
          </a:p>
        </p:txBody>
      </p:sp>
      <p:sp>
        <p:nvSpPr>
          <p:cNvPr id="22" name="Retângulo 21"/>
          <p:cNvSpPr/>
          <p:nvPr/>
        </p:nvSpPr>
        <p:spPr>
          <a:xfrm>
            <a:off x="8001024" y="3571876"/>
            <a:ext cx="857256" cy="42862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dirty="0" smtClean="0"/>
              <a:t>apagar</a:t>
            </a:r>
            <a:endParaRPr lang="pt-BR" dirty="0"/>
          </a:p>
        </p:txBody>
      </p:sp>
      <p:sp>
        <p:nvSpPr>
          <p:cNvPr id="23" name="Retângulo 22"/>
          <p:cNvSpPr/>
          <p:nvPr/>
        </p:nvSpPr>
        <p:spPr>
          <a:xfrm>
            <a:off x="8001024" y="4929198"/>
            <a:ext cx="857256" cy="42862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dirty="0" smtClean="0"/>
              <a:t>fechar</a:t>
            </a:r>
            <a:endParaRPr lang="pt-BR" dirty="0"/>
          </a:p>
        </p:txBody>
      </p:sp>
      <p:sp>
        <p:nvSpPr>
          <p:cNvPr id="24" name="CaixaDeTexto 23"/>
          <p:cNvSpPr txBox="1"/>
          <p:nvPr/>
        </p:nvSpPr>
        <p:spPr>
          <a:xfrm>
            <a:off x="357158" y="1785926"/>
            <a:ext cx="10632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smtClean="0"/>
              <a:t>Professor</a:t>
            </a:r>
            <a:endParaRPr lang="pt-BR" dirty="0"/>
          </a:p>
        </p:txBody>
      </p:sp>
      <p:sp>
        <p:nvSpPr>
          <p:cNvPr id="25" name="Retângulo 24"/>
          <p:cNvSpPr/>
          <p:nvPr/>
        </p:nvSpPr>
        <p:spPr>
          <a:xfrm>
            <a:off x="285720" y="2214554"/>
            <a:ext cx="4357718" cy="42862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6" name="Retângulo 25"/>
          <p:cNvSpPr/>
          <p:nvPr/>
        </p:nvSpPr>
        <p:spPr>
          <a:xfrm>
            <a:off x="4714876" y="2214554"/>
            <a:ext cx="642942" cy="42862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7" name="Retângulo 26"/>
          <p:cNvSpPr/>
          <p:nvPr/>
        </p:nvSpPr>
        <p:spPr>
          <a:xfrm>
            <a:off x="5572132" y="1071546"/>
            <a:ext cx="1928826" cy="42862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8" name="CaixaDeTexto 27"/>
          <p:cNvSpPr txBox="1"/>
          <p:nvPr/>
        </p:nvSpPr>
        <p:spPr>
          <a:xfrm>
            <a:off x="5572132" y="642918"/>
            <a:ext cx="6205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smtClean="0"/>
              <a:t>Data</a:t>
            </a:r>
            <a:endParaRPr lang="pt-BR" dirty="0"/>
          </a:p>
        </p:txBody>
      </p:sp>
      <p:sp>
        <p:nvSpPr>
          <p:cNvPr id="29" name="CaixaDeTexto 28"/>
          <p:cNvSpPr txBox="1"/>
          <p:nvPr/>
        </p:nvSpPr>
        <p:spPr>
          <a:xfrm>
            <a:off x="285720" y="3000372"/>
            <a:ext cx="8258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smtClean="0"/>
              <a:t>Alunos</a:t>
            </a:r>
            <a:endParaRPr lang="pt-BR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180</TotalTime>
  <Words>124</Words>
  <Application>Microsoft Office PowerPoint</Application>
  <PresentationFormat>Apresentação na tela (4:3)</PresentationFormat>
  <Paragraphs>139</Paragraphs>
  <Slides>10</Slides>
  <Notes>4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10</vt:i4>
      </vt:variant>
    </vt:vector>
  </HeadingPairs>
  <TitlesOfParts>
    <vt:vector size="11" baseType="lpstr">
      <vt:lpstr>Tema do Office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Dev</dc:creator>
  <cp:lastModifiedBy>Dev</cp:lastModifiedBy>
  <cp:revision>36</cp:revision>
  <dcterms:created xsi:type="dcterms:W3CDTF">2026-07-17T14:49:12Z</dcterms:created>
  <dcterms:modified xsi:type="dcterms:W3CDTF">2026-07-17T17:53:30Z</dcterms:modified>
</cp:coreProperties>
</file>