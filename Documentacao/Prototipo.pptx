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D9FAD-72F3-4090-BBBC-7252E0FBD3BF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A1568-0B3C-4648-96FA-8A32ADCD5AF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8A1568-0B3C-4648-96FA-8A32ADCD5AF8}" type="slidenum">
              <a:rPr lang="pt-BR" smtClean="0"/>
              <a:pPr/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8A1568-0B3C-4648-96FA-8A32ADCD5AF8}" type="slidenum">
              <a:rPr lang="pt-BR" smtClean="0"/>
              <a:pPr/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8A1568-0B3C-4648-96FA-8A32ADCD5AF8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8A1568-0B3C-4648-96FA-8A32ADCD5AF8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E387-9780-4132-A029-057E72684E03}" type="datetimeFigureOut">
              <a:rPr lang="pt-BR" smtClean="0"/>
              <a:pPr/>
              <a:t>17/07/2026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071670" y="1000108"/>
            <a:ext cx="5715040" cy="4286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2071670" y="1000108"/>
            <a:ext cx="3286148" cy="4286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5598503" y="1571612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Login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5500694" y="207167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usuário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5572132" y="250030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senha</a:t>
            </a:r>
            <a:endParaRPr lang="pt-BR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2857488" y="2571744"/>
            <a:ext cx="1643074" cy="157163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43570" y="3429000"/>
            <a:ext cx="928694" cy="21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214282" y="2428868"/>
            <a:ext cx="8643998" cy="4071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14282" y="642918"/>
            <a:ext cx="8643998" cy="15001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500002" y="1571588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500002" y="1214398"/>
            <a:ext cx="10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3286084" y="1571588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286084" y="121439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357158" y="3429000"/>
          <a:ext cx="8286808" cy="2714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02"/>
                <a:gridCol w="2071702"/>
                <a:gridCol w="2071702"/>
                <a:gridCol w="2071702"/>
              </a:tblGrid>
              <a:tr h="90488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488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488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6286480" y="157158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286480" y="1142960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85688" y="2928910"/>
            <a:ext cx="10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428828" y="292891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643670" y="2928910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4500530" y="2928910"/>
            <a:ext cx="982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Telefone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5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Aluno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357158" y="2571744"/>
            <a:ext cx="607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Lista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357158" y="785794"/>
            <a:ext cx="100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Pesquisa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/>
          <p:cNvSpPr/>
          <p:nvPr/>
        </p:nvSpPr>
        <p:spPr>
          <a:xfrm>
            <a:off x="6143636" y="714356"/>
            <a:ext cx="2857520" cy="57864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42844" y="642894"/>
            <a:ext cx="5857916" cy="60722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            </a:t>
            </a:r>
            <a:endParaRPr lang="pt-BR" dirty="0"/>
          </a:p>
          <a:p>
            <a:pPr algn="ctr"/>
            <a:r>
              <a:rPr lang="pt-BR" dirty="0"/>
              <a:t> </a:t>
            </a:r>
            <a:endParaRPr lang="pt-BR" dirty="0" smtClean="0"/>
          </a:p>
          <a:p>
            <a:pPr algn="ctr"/>
            <a:endParaRPr lang="pt-BR" dirty="0"/>
          </a:p>
          <a:p>
            <a:pPr algn="ctr"/>
            <a:endParaRPr lang="pt-BR" dirty="0" smtClean="0"/>
          </a:p>
          <a:p>
            <a:pPr algn="ctr"/>
            <a:endParaRPr lang="pt-BR" dirty="0" smtClean="0"/>
          </a:p>
          <a:p>
            <a:pPr algn="ctr"/>
            <a:endParaRPr lang="pt-BR" dirty="0" smtClean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285720" y="3000372"/>
            <a:ext cx="5214974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285720" y="2214554"/>
            <a:ext cx="5214974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6429388" y="157158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Alterar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6429388" y="1000084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 smtClean="0"/>
          </a:p>
          <a:p>
            <a:pPr algn="ctr"/>
            <a:r>
              <a:rPr lang="pt-BR" dirty="0" smtClean="0"/>
              <a:t>Novo</a:t>
            </a:r>
          </a:p>
          <a:p>
            <a:pPr algn="ctr"/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0" y="0"/>
            <a:ext cx="9144000" cy="285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Aluno                                                                                          </a:t>
            </a:r>
            <a:endParaRPr lang="pt-BR" dirty="0"/>
          </a:p>
        </p:txBody>
      </p:sp>
      <p:sp>
        <p:nvSpPr>
          <p:cNvPr id="21" name="Elipse 20"/>
          <p:cNvSpPr/>
          <p:nvPr/>
        </p:nvSpPr>
        <p:spPr>
          <a:xfrm>
            <a:off x="428596" y="6357958"/>
            <a:ext cx="500066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85720" y="3857628"/>
            <a:ext cx="5214974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85720" y="4714884"/>
            <a:ext cx="5214974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285720" y="185736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285720" y="2571744"/>
            <a:ext cx="982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Telefone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357158" y="3429000"/>
            <a:ext cx="1922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 </a:t>
            </a:r>
            <a:r>
              <a:rPr lang="pt-BR" dirty="0" err="1" smtClean="0"/>
              <a:t>responsavel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357158" y="4357694"/>
            <a:ext cx="219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Telefone </a:t>
            </a:r>
            <a:r>
              <a:rPr lang="pt-BR" dirty="0" err="1" smtClean="0"/>
              <a:t>Responsavel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6429388" y="228596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Salvar</a:t>
            </a:r>
            <a:endParaRPr lang="pt-BR" dirty="0"/>
          </a:p>
        </p:txBody>
      </p:sp>
      <p:sp>
        <p:nvSpPr>
          <p:cNvPr id="24" name="Retângulo 23"/>
          <p:cNvSpPr/>
          <p:nvPr/>
        </p:nvSpPr>
        <p:spPr>
          <a:xfrm>
            <a:off x="6500826" y="2928910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6500826" y="3929042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Apagar</a:t>
            </a:r>
            <a:endParaRPr lang="pt-BR" dirty="0"/>
          </a:p>
        </p:txBody>
      </p:sp>
      <p:sp>
        <p:nvSpPr>
          <p:cNvPr id="26" name="Retângulo 25"/>
          <p:cNvSpPr/>
          <p:nvPr/>
        </p:nvSpPr>
        <p:spPr>
          <a:xfrm>
            <a:off x="6500826" y="4929174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Fecahr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285720" y="5929330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1071538" y="6357958"/>
            <a:ext cx="500066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357158" y="1214422"/>
            <a:ext cx="5214974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428596" y="714356"/>
            <a:ext cx="10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32" name="Retângulo 31"/>
          <p:cNvSpPr/>
          <p:nvPr/>
        </p:nvSpPr>
        <p:spPr>
          <a:xfrm>
            <a:off x="285720" y="5500702"/>
            <a:ext cx="2714644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/>
          <p:cNvSpPr txBox="1"/>
          <p:nvPr/>
        </p:nvSpPr>
        <p:spPr>
          <a:xfrm>
            <a:off x="357158" y="5072074"/>
            <a:ext cx="167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Data </a:t>
            </a:r>
            <a:r>
              <a:rPr lang="pt-BR" dirty="0" err="1" smtClean="0"/>
              <a:t>nacimento</a:t>
            </a:r>
            <a:endParaRPr lang="pt-BR" dirty="0"/>
          </a:p>
        </p:txBody>
      </p:sp>
      <p:sp>
        <p:nvSpPr>
          <p:cNvPr id="35" name="Retângulo 34"/>
          <p:cNvSpPr/>
          <p:nvPr/>
        </p:nvSpPr>
        <p:spPr>
          <a:xfrm>
            <a:off x="3071802" y="5500702"/>
            <a:ext cx="2714644" cy="4286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3143240" y="507207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  <a:r>
              <a:rPr lang="pt-BR" dirty="0" smtClean="0"/>
              <a:t>dade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42844" y="2571744"/>
            <a:ext cx="8715436" cy="3929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42844" y="785794"/>
            <a:ext cx="8643998" cy="16430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500002" y="1571588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500002" y="1214398"/>
            <a:ext cx="10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3286084" y="1571588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286084" y="121439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214250" y="3357538"/>
          <a:ext cx="8501124" cy="2714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281"/>
                <a:gridCol w="2125281"/>
                <a:gridCol w="2125281"/>
                <a:gridCol w="2125281"/>
              </a:tblGrid>
              <a:tr h="90488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488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488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6286480" y="157158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286480" y="1142960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85688" y="2928910"/>
            <a:ext cx="10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428828" y="292891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643670" y="2928910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4500530" y="2928910"/>
            <a:ext cx="982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Telefone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5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500034" y="857232"/>
            <a:ext cx="100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Pesquisa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2571744"/>
            <a:ext cx="607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Lista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/>
          <p:cNvSpPr/>
          <p:nvPr/>
        </p:nvSpPr>
        <p:spPr>
          <a:xfrm>
            <a:off x="6286512" y="642918"/>
            <a:ext cx="2714644" cy="5500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85720" y="571480"/>
            <a:ext cx="5857916" cy="56436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            </a:t>
            </a:r>
            <a:endParaRPr lang="pt-BR" dirty="0"/>
          </a:p>
          <a:p>
            <a:pPr algn="ctr"/>
            <a:r>
              <a:rPr lang="pt-BR" dirty="0"/>
              <a:t> </a:t>
            </a:r>
            <a:endParaRPr lang="pt-BR" dirty="0" smtClean="0"/>
          </a:p>
          <a:p>
            <a:pPr algn="ctr"/>
            <a:endParaRPr lang="pt-BR" dirty="0"/>
          </a:p>
          <a:p>
            <a:pPr algn="ctr"/>
            <a:endParaRPr lang="pt-BR" dirty="0" smtClean="0"/>
          </a:p>
          <a:p>
            <a:pPr algn="ctr"/>
            <a:endParaRPr lang="pt-BR" dirty="0" smtClean="0"/>
          </a:p>
          <a:p>
            <a:pPr algn="ctr"/>
            <a:endParaRPr lang="pt-BR" dirty="0" smtClean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428596" y="2848249"/>
            <a:ext cx="5214974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428596" y="2000240"/>
            <a:ext cx="5214974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6429388" y="157158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Alterar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6429388" y="1000084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 smtClean="0"/>
          </a:p>
          <a:p>
            <a:pPr algn="ctr"/>
            <a:r>
              <a:rPr lang="pt-BR" dirty="0" smtClean="0"/>
              <a:t>Novo</a:t>
            </a:r>
          </a:p>
          <a:p>
            <a:pPr algn="ctr"/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0" y="142852"/>
            <a:ext cx="9144000" cy="21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21" name="Elipse 20"/>
          <p:cNvSpPr/>
          <p:nvPr/>
        </p:nvSpPr>
        <p:spPr>
          <a:xfrm>
            <a:off x="571472" y="5000636"/>
            <a:ext cx="500066" cy="1991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8596" y="3705505"/>
            <a:ext cx="5214974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428596" y="1111888"/>
            <a:ext cx="5214974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428596" y="1654211"/>
            <a:ext cx="755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428596" y="2430782"/>
            <a:ext cx="98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Telefone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500034" y="3288038"/>
            <a:ext cx="76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Senha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500034" y="765859"/>
            <a:ext cx="10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6429388" y="228596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Salvar</a:t>
            </a:r>
            <a:endParaRPr lang="pt-BR" dirty="0"/>
          </a:p>
        </p:txBody>
      </p:sp>
      <p:sp>
        <p:nvSpPr>
          <p:cNvPr id="24" name="Retângulo 23"/>
          <p:cNvSpPr/>
          <p:nvPr/>
        </p:nvSpPr>
        <p:spPr>
          <a:xfrm>
            <a:off x="6500826" y="2928910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6500826" y="3929042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Apagar</a:t>
            </a:r>
            <a:endParaRPr lang="pt-BR" dirty="0"/>
          </a:p>
        </p:txBody>
      </p:sp>
      <p:sp>
        <p:nvSpPr>
          <p:cNvPr id="26" name="Retângulo 25"/>
          <p:cNvSpPr/>
          <p:nvPr/>
        </p:nvSpPr>
        <p:spPr>
          <a:xfrm>
            <a:off x="6500826" y="4929174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Fecahr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500034" y="4500570"/>
            <a:ext cx="76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1214414" y="5000636"/>
            <a:ext cx="500066" cy="1991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/>
          <p:cNvSpPr/>
          <p:nvPr/>
        </p:nvSpPr>
        <p:spPr>
          <a:xfrm>
            <a:off x="142844" y="2857496"/>
            <a:ext cx="8786874" cy="3857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42844" y="500042"/>
            <a:ext cx="8643998" cy="22859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928926" y="1071546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071802" y="64291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285720" y="3786190"/>
          <a:ext cx="8501124" cy="2714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281"/>
                <a:gridCol w="2125281"/>
                <a:gridCol w="2125281"/>
                <a:gridCol w="2125281"/>
              </a:tblGrid>
              <a:tr h="90488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488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488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5572132" y="1071546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5572132" y="642918"/>
            <a:ext cx="7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357158" y="335756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Codigo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500298" y="3357562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715140" y="3357562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4572000" y="3357562"/>
            <a:ext cx="10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5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Turma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285720" y="1285860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357158" y="85723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Código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6500826" y="1071546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428596" y="2143116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428596" y="1643050"/>
            <a:ext cx="10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357158" y="2928934"/>
            <a:ext cx="607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Lista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285720" y="500042"/>
            <a:ext cx="100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Pesquisa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/>
          <p:cNvSpPr/>
          <p:nvPr/>
        </p:nvSpPr>
        <p:spPr>
          <a:xfrm>
            <a:off x="0" y="3714752"/>
            <a:ext cx="5929322" cy="2786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/>
          <p:cNvSpPr/>
          <p:nvPr/>
        </p:nvSpPr>
        <p:spPr>
          <a:xfrm>
            <a:off x="6072198" y="642918"/>
            <a:ext cx="2928958" cy="5643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42844" y="571480"/>
            <a:ext cx="5857916" cy="29289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            </a:t>
            </a:r>
            <a:endParaRPr lang="pt-BR" u="sng" dirty="0"/>
          </a:p>
          <a:p>
            <a:pPr algn="ctr"/>
            <a:r>
              <a:rPr lang="pt-BR" u="sng" dirty="0"/>
              <a:t> </a:t>
            </a:r>
            <a:endParaRPr lang="pt-BR" u="sng" dirty="0" smtClean="0"/>
          </a:p>
          <a:p>
            <a:pPr algn="ctr"/>
            <a:endParaRPr lang="pt-BR" u="sng" dirty="0"/>
          </a:p>
          <a:p>
            <a:pPr algn="ctr"/>
            <a:endParaRPr lang="pt-BR" u="sng" dirty="0" smtClean="0"/>
          </a:p>
          <a:p>
            <a:pPr algn="ctr"/>
            <a:endParaRPr lang="pt-BR" u="sng" dirty="0" smtClean="0"/>
          </a:p>
          <a:p>
            <a:pPr algn="ctr"/>
            <a:endParaRPr lang="pt-BR" u="sng" dirty="0" smtClean="0"/>
          </a:p>
          <a:p>
            <a:pPr algn="ctr"/>
            <a:endParaRPr lang="pt-BR" u="sng" dirty="0"/>
          </a:p>
          <a:p>
            <a:pPr algn="ctr"/>
            <a:endParaRPr lang="pt-BR" u="sng" dirty="0"/>
          </a:p>
          <a:p>
            <a:pPr algn="ctr"/>
            <a:endParaRPr lang="pt-BR" u="sng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428596" y="2357431"/>
            <a:ext cx="5214974" cy="285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428596" y="1703327"/>
            <a:ext cx="5214974" cy="225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6429388" y="157158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Alterar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6429388" y="1000084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 smtClean="0"/>
          </a:p>
          <a:p>
            <a:pPr algn="ctr"/>
            <a:r>
              <a:rPr lang="pt-BR" dirty="0" smtClean="0"/>
              <a:t>Novo</a:t>
            </a:r>
          </a:p>
          <a:p>
            <a:pPr algn="ctr"/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0" y="142852"/>
            <a:ext cx="9144000" cy="21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Turma</a:t>
            </a:r>
            <a:endParaRPr lang="pt-BR" dirty="0"/>
          </a:p>
        </p:txBody>
      </p:sp>
      <p:sp>
        <p:nvSpPr>
          <p:cNvPr id="21" name="Elipse 20"/>
          <p:cNvSpPr/>
          <p:nvPr/>
        </p:nvSpPr>
        <p:spPr>
          <a:xfrm>
            <a:off x="428596" y="3214686"/>
            <a:ext cx="500066" cy="1991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85720" y="4203657"/>
            <a:ext cx="4000528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428596" y="1111888"/>
            <a:ext cx="5214974" cy="1739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428596" y="1357298"/>
            <a:ext cx="755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57158" y="2000240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500034" y="765859"/>
            <a:ext cx="10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Código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6429388" y="2285968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Salvar</a:t>
            </a:r>
            <a:endParaRPr lang="pt-BR" dirty="0"/>
          </a:p>
        </p:txBody>
      </p:sp>
      <p:sp>
        <p:nvSpPr>
          <p:cNvPr id="24" name="Retângulo 23"/>
          <p:cNvSpPr/>
          <p:nvPr/>
        </p:nvSpPr>
        <p:spPr>
          <a:xfrm>
            <a:off x="6500826" y="2928910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6500826" y="3929042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Apagar</a:t>
            </a:r>
            <a:endParaRPr lang="pt-BR" dirty="0"/>
          </a:p>
        </p:txBody>
      </p:sp>
      <p:sp>
        <p:nvSpPr>
          <p:cNvPr id="26" name="Retângulo 25"/>
          <p:cNvSpPr/>
          <p:nvPr/>
        </p:nvSpPr>
        <p:spPr>
          <a:xfrm>
            <a:off x="6500826" y="4929174"/>
            <a:ext cx="228601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Fecahr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357158" y="2714620"/>
            <a:ext cx="76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Status</a:t>
            </a:r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1071538" y="3214686"/>
            <a:ext cx="500066" cy="1991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4357686" y="4212904"/>
            <a:ext cx="571504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5072066" y="4212904"/>
            <a:ext cx="571504" cy="39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1" name="Tabela 30"/>
          <p:cNvGraphicFramePr>
            <a:graphicFrameLocks noGrp="1"/>
          </p:cNvGraphicFramePr>
          <p:nvPr/>
        </p:nvGraphicFramePr>
        <p:xfrm>
          <a:off x="214282" y="5213037"/>
          <a:ext cx="5500726" cy="81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363"/>
                <a:gridCol w="2750363"/>
              </a:tblGrid>
              <a:tr h="44227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CaixaDeTexto 32"/>
          <p:cNvSpPr txBox="1"/>
          <p:nvPr/>
        </p:nvSpPr>
        <p:spPr>
          <a:xfrm>
            <a:off x="357158" y="3786190"/>
            <a:ext cx="76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Aluno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3000364" y="478440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Nome aluno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285720" y="478440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142844" y="2928934"/>
            <a:ext cx="8715436" cy="3786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42844" y="500042"/>
            <a:ext cx="8643998" cy="22859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928926" y="1643050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071802" y="1214422"/>
            <a:ext cx="77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Turma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285688" y="4000481"/>
          <a:ext cx="8286840" cy="242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80"/>
                <a:gridCol w="2762280"/>
                <a:gridCol w="2762280"/>
              </a:tblGrid>
              <a:tr h="80963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809639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809639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5572132" y="1214422"/>
            <a:ext cx="7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Data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357126" y="357185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Código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3000364" y="3571876"/>
            <a:ext cx="77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Turma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5715008" y="357187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Data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5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Aula - Lista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285720" y="1643050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357158" y="121442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Código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5643570" y="1643050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285720" y="714356"/>
            <a:ext cx="100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Pesquisa</a:t>
            </a:r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285720" y="3071810"/>
            <a:ext cx="607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Lista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42844" y="928670"/>
            <a:ext cx="8715436" cy="27860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            </a:t>
            </a:r>
            <a:endParaRPr lang="pt-BR" u="sng" dirty="0"/>
          </a:p>
          <a:p>
            <a:pPr algn="ctr"/>
            <a:r>
              <a:rPr lang="pt-BR" u="sng" dirty="0"/>
              <a:t> </a:t>
            </a:r>
            <a:endParaRPr lang="pt-BR" u="sng" dirty="0" smtClean="0"/>
          </a:p>
          <a:p>
            <a:pPr algn="ctr"/>
            <a:endParaRPr lang="pt-BR" u="sng" dirty="0"/>
          </a:p>
          <a:p>
            <a:pPr algn="ctr"/>
            <a:endParaRPr lang="pt-BR" u="sng" dirty="0" smtClean="0"/>
          </a:p>
          <a:p>
            <a:pPr algn="ctr"/>
            <a:endParaRPr lang="pt-BR" u="sng" dirty="0" smtClean="0"/>
          </a:p>
          <a:p>
            <a:pPr algn="ctr"/>
            <a:endParaRPr lang="pt-BR" u="sng" dirty="0" smtClean="0"/>
          </a:p>
          <a:p>
            <a:pPr algn="ctr"/>
            <a:endParaRPr lang="pt-BR" u="sng" dirty="0"/>
          </a:p>
          <a:p>
            <a:pPr algn="ctr"/>
            <a:endParaRPr lang="pt-BR" u="sng" dirty="0"/>
          </a:p>
          <a:p>
            <a:pPr algn="ctr"/>
            <a:endParaRPr lang="pt-BR" u="sng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428596" y="2071678"/>
            <a:ext cx="5857916" cy="285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0" y="142852"/>
            <a:ext cx="9144000" cy="21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  <a:r>
              <a:rPr lang="pt-BR" dirty="0" smtClean="0"/>
              <a:t>ula</a:t>
            </a:r>
            <a:endParaRPr lang="pt-BR" dirty="0"/>
          </a:p>
        </p:txBody>
      </p:sp>
      <p:sp>
        <p:nvSpPr>
          <p:cNvPr id="30" name="Retângulo 29"/>
          <p:cNvSpPr/>
          <p:nvPr/>
        </p:nvSpPr>
        <p:spPr>
          <a:xfrm>
            <a:off x="6429388" y="2071678"/>
            <a:ext cx="2143140" cy="285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6429388" y="164305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Data </a:t>
            </a:r>
            <a:endParaRPr lang="pt-BR" dirty="0"/>
          </a:p>
        </p:txBody>
      </p:sp>
      <p:sp>
        <p:nvSpPr>
          <p:cNvPr id="36" name="Retângulo 35"/>
          <p:cNvSpPr/>
          <p:nvPr/>
        </p:nvSpPr>
        <p:spPr>
          <a:xfrm>
            <a:off x="6500826" y="2786058"/>
            <a:ext cx="2143140" cy="285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criar</a:t>
            </a:r>
            <a:endParaRPr lang="pt-BR" dirty="0"/>
          </a:p>
        </p:txBody>
      </p:sp>
      <p:sp>
        <p:nvSpPr>
          <p:cNvPr id="37" name="Retângulo 36"/>
          <p:cNvSpPr/>
          <p:nvPr/>
        </p:nvSpPr>
        <p:spPr>
          <a:xfrm>
            <a:off x="4071934" y="2786058"/>
            <a:ext cx="2143140" cy="2857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285720" y="164305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Turma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/>
          <p:cNvSpPr/>
          <p:nvPr/>
        </p:nvSpPr>
        <p:spPr>
          <a:xfrm>
            <a:off x="7858148" y="571480"/>
            <a:ext cx="1143008" cy="5357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142844" y="2857496"/>
            <a:ext cx="7572428" cy="3643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42844" y="500042"/>
            <a:ext cx="7572428" cy="22859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928926" y="1071546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000364" y="642918"/>
            <a:ext cx="77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Turma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214250" y="3929065"/>
          <a:ext cx="7215270" cy="214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090"/>
                <a:gridCol w="2405090"/>
                <a:gridCol w="2405090"/>
              </a:tblGrid>
              <a:tr h="7143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714372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7143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285720" y="3429000"/>
            <a:ext cx="1102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Matricula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928958" y="342902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Nome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5643602" y="3429024"/>
            <a:ext cx="1029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Presença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5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Aula - </a:t>
            </a:r>
            <a:r>
              <a:rPr lang="pt-BR" dirty="0" err="1" smtClean="0"/>
              <a:t>Formulario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285720" y="1071546"/>
            <a:ext cx="2500330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357158" y="642918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Código</a:t>
            </a:r>
            <a:endParaRPr lang="pt-BR" dirty="0"/>
          </a:p>
        </p:txBody>
      </p:sp>
      <p:sp>
        <p:nvSpPr>
          <p:cNvPr id="15" name="Retângulo 14"/>
          <p:cNvSpPr/>
          <p:nvPr/>
        </p:nvSpPr>
        <p:spPr>
          <a:xfrm>
            <a:off x="7929586" y="857232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alterar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8001024" y="1643050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salvar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7929586" y="2643182"/>
            <a:ext cx="1000132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8001024" y="3571876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apagar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8001024" y="4929198"/>
            <a:ext cx="85725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fechar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357158" y="1785926"/>
            <a:ext cx="10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285720" y="2214554"/>
            <a:ext cx="4357718" cy="4286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/>
        </p:nvSpPr>
        <p:spPr>
          <a:xfrm>
            <a:off x="5572132" y="1071546"/>
            <a:ext cx="192882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5572132" y="64291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Data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285720" y="300037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Alunos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124</Words>
  <Application>Microsoft Office PowerPoint</Application>
  <PresentationFormat>Apresentação na tela (4:3)</PresentationFormat>
  <Paragraphs>139</Paragraphs>
  <Slides>10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Dev</dc:creator>
  <cp:lastModifiedBy>Dev</cp:lastModifiedBy>
  <cp:revision>37</cp:revision>
  <dcterms:created xsi:type="dcterms:W3CDTF">2026-07-17T14:49:12Z</dcterms:created>
  <dcterms:modified xsi:type="dcterms:W3CDTF">2026-07-17T19:01:48Z</dcterms:modified>
</cp:coreProperties>
</file>